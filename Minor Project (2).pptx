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66" r:id="rId14"/>
    <p:sldId id="267" r:id="rId15"/>
    <p:sldId id="268" r:id="rId1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3" name="Shape 93"/>
          <p:cNvSpPr>
            <a:spLocks noGrp="1" noRot="1" noChangeAspect="1"/>
          </p:cNvSpPr>
          <p:nvPr>
            <p:ph type="sldImg"/>
          </p:nvPr>
        </p:nvSpPr>
        <p:spPr>
          <a:xfrm>
            <a:off x="1143000" y="685800"/>
            <a:ext cx="4572000" cy="3429000"/>
          </a:xfrm>
          <a:prstGeom prst="rect">
            <a:avLst/>
          </a:prstGeom>
        </p:spPr>
        <p:txBody>
          <a:bodyPr/>
          <a:lstStyle/>
          <a:p>
            <a:endParaRPr/>
          </a:p>
        </p:txBody>
      </p:sp>
      <p:sp>
        <p:nvSpPr>
          <p:cNvPr id="94" name="Shape 9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3" name="Title Text"/>
          <p:cNvSpPr txBox="1">
            <a:spLocks noGrp="1"/>
          </p:cNvSpPr>
          <p:nvPr>
            <p:ph type="title"/>
          </p:nvPr>
        </p:nvSpPr>
        <p:spPr>
          <a:xfrm>
            <a:off x="1524000" y="1122362"/>
            <a:ext cx="9144000" cy="2387601"/>
          </a:xfrm>
          <a:prstGeom prst="rect">
            <a:avLst/>
          </a:prstGeom>
        </p:spPr>
        <p:txBody>
          <a:bodyPr anchor="b"/>
          <a:lstStyle>
            <a:lvl1pPr algn="ctr">
              <a:defRPr sz="6000" b="0">
                <a:solidFill>
                  <a:srgbClr val="000000"/>
                </a:solidFill>
                <a:latin typeface="Calibri Light"/>
                <a:ea typeface="Calibri Light"/>
                <a:cs typeface="Calibri Light"/>
                <a:sym typeface="Calibri Light"/>
              </a:defRPr>
            </a:lvl1pPr>
          </a:lstStyle>
          <a:p>
            <a:r>
              <a:t>Title Text</a:t>
            </a:r>
          </a:p>
        </p:txBody>
      </p:sp>
      <p:sp>
        <p:nvSpPr>
          <p:cNvPr id="14" name="Body Level One…"/>
          <p:cNvSpPr txBox="1">
            <a:spLocks noGrp="1"/>
          </p:cNvSpPr>
          <p:nvPr>
            <p:ph type="body" sz="quarter" idx="1"/>
          </p:nvPr>
        </p:nvSpPr>
        <p:spPr>
          <a:xfrm>
            <a:off x="1524000" y="3602037"/>
            <a:ext cx="9144000" cy="1655763"/>
          </a:xfrm>
          <a:prstGeom prst="rect">
            <a:avLst/>
          </a:prstGeom>
        </p:spPr>
        <p:txBody>
          <a:bodyPr/>
          <a:lstStyle>
            <a:lvl1pPr marL="0" indent="0" algn="ctr">
              <a:buClrTx/>
              <a:buSzTx/>
              <a:buNone/>
              <a:defRPr sz="2400">
                <a:latin typeface="+mj-lt"/>
                <a:ea typeface="+mj-ea"/>
                <a:cs typeface="+mj-cs"/>
                <a:sym typeface="Calibri"/>
              </a:defRPr>
            </a:lvl1pPr>
            <a:lvl2pPr marL="0" indent="457200" algn="ctr">
              <a:buClrTx/>
              <a:buSzTx/>
              <a:buNone/>
              <a:defRPr sz="2400">
                <a:latin typeface="+mj-lt"/>
                <a:ea typeface="+mj-ea"/>
                <a:cs typeface="+mj-cs"/>
                <a:sym typeface="Calibri"/>
              </a:defRPr>
            </a:lvl2pPr>
            <a:lvl3pPr marL="0" indent="914400" algn="ctr">
              <a:buClrTx/>
              <a:buSzTx/>
              <a:buNone/>
              <a:defRPr sz="2400">
                <a:latin typeface="+mj-lt"/>
                <a:ea typeface="+mj-ea"/>
                <a:cs typeface="+mj-cs"/>
                <a:sym typeface="Calibri"/>
              </a:defRPr>
            </a:lvl3pPr>
            <a:lvl4pPr marL="0" indent="1371600" algn="ctr">
              <a:buClrTx/>
              <a:buSzTx/>
              <a:buNone/>
              <a:defRPr sz="2400">
                <a:latin typeface="+mj-lt"/>
                <a:ea typeface="+mj-ea"/>
                <a:cs typeface="+mj-cs"/>
                <a:sym typeface="Calibri"/>
              </a:defRPr>
            </a:lvl4pPr>
            <a:lvl5pPr marL="0" indent="1828800" algn="ctr">
              <a:buClrTx/>
              <a:buSzTx/>
              <a:buNone/>
              <a:defRPr sz="2400">
                <a:latin typeface="+mj-lt"/>
                <a:ea typeface="+mj-ea"/>
                <a:cs typeface="+mj-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11095176" y="6414760"/>
            <a:ext cx="258624" cy="248305"/>
          </a:xfrm>
          <a:prstGeom prst="rect">
            <a:avLst/>
          </a:prstGeom>
        </p:spPr>
        <p:txBody>
          <a:bodyPr/>
          <a:lstStyle>
            <a:lvl1pPr algn="r">
              <a:defRPr b="0">
                <a:solidFill>
                  <a:srgbClr val="888888"/>
                </a:solidFill>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prstGeom prst="rect">
            <a:avLst/>
          </a:prstGeom>
        </p:spPr>
        <p:txBody>
          <a:bodyPr/>
          <a:lstStyle/>
          <a:p>
            <a:r>
              <a:t>Title Text</a:t>
            </a:r>
          </a:p>
        </p:txBody>
      </p:sp>
      <p:sp>
        <p:nvSpPr>
          <p:cNvPr id="2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1" name="Title Text"/>
          <p:cNvSpPr txBox="1">
            <a:spLocks noGrp="1"/>
          </p:cNvSpPr>
          <p:nvPr>
            <p:ph type="title"/>
          </p:nvPr>
        </p:nvSpPr>
        <p:spPr>
          <a:xfrm>
            <a:off x="831850" y="1709738"/>
            <a:ext cx="10515600" cy="2852737"/>
          </a:xfrm>
          <a:prstGeom prst="rect">
            <a:avLst/>
          </a:prstGeom>
        </p:spPr>
        <p:txBody>
          <a:bodyPr anchor="b"/>
          <a:lstStyle>
            <a:lvl1pPr>
              <a:defRPr sz="6000" b="0">
                <a:solidFill>
                  <a:srgbClr val="000000"/>
                </a:solidFill>
                <a:latin typeface="Calibri Light"/>
                <a:ea typeface="Calibri Light"/>
                <a:cs typeface="Calibri Light"/>
                <a:sym typeface="Calibri Light"/>
              </a:defRPr>
            </a:lvl1pPr>
          </a:lstStyle>
          <a:p>
            <a:r>
              <a:t>Title Text</a:t>
            </a:r>
          </a:p>
        </p:txBody>
      </p:sp>
      <p:sp>
        <p:nvSpPr>
          <p:cNvPr id="32" name="Body Level One…"/>
          <p:cNvSpPr txBox="1">
            <a:spLocks noGrp="1"/>
          </p:cNvSpPr>
          <p:nvPr>
            <p:ph type="body" sz="quarter" idx="1"/>
          </p:nvPr>
        </p:nvSpPr>
        <p:spPr>
          <a:xfrm>
            <a:off x="831850" y="4589462"/>
            <a:ext cx="10515600" cy="1500188"/>
          </a:xfrm>
          <a:prstGeom prst="rect">
            <a:avLst/>
          </a:prstGeom>
        </p:spPr>
        <p:txBody>
          <a:bodyPr/>
          <a:lstStyle>
            <a:lvl1pPr marL="0" indent="0">
              <a:buClrTx/>
              <a:buSzTx/>
              <a:buNone/>
              <a:defRPr sz="2400">
                <a:solidFill>
                  <a:srgbClr val="888888"/>
                </a:solidFill>
                <a:latin typeface="+mj-lt"/>
                <a:ea typeface="+mj-ea"/>
                <a:cs typeface="+mj-cs"/>
                <a:sym typeface="Calibri"/>
              </a:defRPr>
            </a:lvl1pPr>
            <a:lvl2pPr marL="0" indent="457200">
              <a:buClrTx/>
              <a:buSzTx/>
              <a:buNone/>
              <a:defRPr sz="2400">
                <a:solidFill>
                  <a:srgbClr val="888888"/>
                </a:solidFill>
                <a:latin typeface="+mj-lt"/>
                <a:ea typeface="+mj-ea"/>
                <a:cs typeface="+mj-cs"/>
                <a:sym typeface="Calibri"/>
              </a:defRPr>
            </a:lvl2pPr>
            <a:lvl3pPr marL="0" indent="914400">
              <a:buClrTx/>
              <a:buSzTx/>
              <a:buNone/>
              <a:defRPr sz="2400">
                <a:solidFill>
                  <a:srgbClr val="888888"/>
                </a:solidFill>
                <a:latin typeface="+mj-lt"/>
                <a:ea typeface="+mj-ea"/>
                <a:cs typeface="+mj-cs"/>
                <a:sym typeface="Calibri"/>
              </a:defRPr>
            </a:lvl3pPr>
            <a:lvl4pPr marL="0" indent="1371600">
              <a:buClrTx/>
              <a:buSzTx/>
              <a:buNone/>
              <a:defRPr sz="2400">
                <a:solidFill>
                  <a:srgbClr val="888888"/>
                </a:solidFill>
                <a:latin typeface="+mj-lt"/>
                <a:ea typeface="+mj-ea"/>
                <a:cs typeface="+mj-cs"/>
                <a:sym typeface="Calibri"/>
              </a:defRPr>
            </a:lvl4pPr>
            <a:lvl5pPr marL="0" indent="1828800">
              <a:buClrTx/>
              <a:buSzTx/>
              <a:buNone/>
              <a:defRPr sz="2400">
                <a:solidFill>
                  <a:srgbClr val="888888"/>
                </a:solidFill>
                <a:latin typeface="+mj-lt"/>
                <a:ea typeface="+mj-ea"/>
                <a:cs typeface="+mj-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33" name="Slide Number"/>
          <p:cNvSpPr txBox="1">
            <a:spLocks noGrp="1"/>
          </p:cNvSpPr>
          <p:nvPr>
            <p:ph type="sldNum" sz="quarter" idx="2"/>
          </p:nvPr>
        </p:nvSpPr>
        <p:spPr>
          <a:xfrm>
            <a:off x="11095176" y="6414760"/>
            <a:ext cx="258624" cy="248305"/>
          </a:xfrm>
          <a:prstGeom prst="rect">
            <a:avLst/>
          </a:prstGeom>
        </p:spPr>
        <p:txBody>
          <a:bodyPr/>
          <a:lstStyle>
            <a:lvl1pPr algn="r">
              <a:defRPr b="0">
                <a:solidFill>
                  <a:srgbClr val="888888"/>
                </a:solidFill>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40" name="Title Text"/>
          <p:cNvSpPr txBox="1">
            <a:spLocks noGrp="1"/>
          </p:cNvSpPr>
          <p:nvPr>
            <p:ph type="title"/>
          </p:nvPr>
        </p:nvSpPr>
        <p:spPr>
          <a:xfrm>
            <a:off x="838200" y="365125"/>
            <a:ext cx="10515600" cy="1325563"/>
          </a:xfrm>
          <a:prstGeom prst="rect">
            <a:avLst/>
          </a:prstGeom>
        </p:spPr>
        <p:txBody>
          <a:bodyPr/>
          <a:lstStyle>
            <a:lvl1pPr>
              <a:defRPr sz="4400" b="0">
                <a:solidFill>
                  <a:srgbClr val="000000"/>
                </a:solidFill>
                <a:latin typeface="Calibri Light"/>
                <a:ea typeface="Calibri Light"/>
                <a:cs typeface="Calibri Light"/>
                <a:sym typeface="Calibri Light"/>
              </a:defRPr>
            </a:lvl1pPr>
          </a:lstStyle>
          <a:p>
            <a:r>
              <a:t>Title Text</a:t>
            </a:r>
          </a:p>
        </p:txBody>
      </p:sp>
      <p:sp>
        <p:nvSpPr>
          <p:cNvPr id="41" name="Body Level One…"/>
          <p:cNvSpPr txBox="1">
            <a:spLocks noGrp="1"/>
          </p:cNvSpPr>
          <p:nvPr>
            <p:ph type="body" sz="half" idx="1"/>
          </p:nvPr>
        </p:nvSpPr>
        <p:spPr>
          <a:xfrm>
            <a:off x="838200" y="1825625"/>
            <a:ext cx="5181600" cy="4351338"/>
          </a:xfrm>
          <a:prstGeom prst="rect">
            <a:avLst/>
          </a:prstGeom>
        </p:spPr>
        <p:txBody>
          <a:bodyPr/>
          <a:lstStyle>
            <a:lvl1pPr>
              <a:buClrTx/>
              <a:buFont typeface="Arial"/>
              <a:buChar char="•"/>
              <a:defRPr sz="2800">
                <a:latin typeface="+mj-lt"/>
                <a:ea typeface="+mj-ea"/>
                <a:cs typeface="+mj-cs"/>
                <a:sym typeface="Calibri"/>
              </a:defRPr>
            </a:lvl1pPr>
            <a:lvl2pPr marL="723900" indent="-266700">
              <a:buClrTx/>
              <a:buFont typeface="Arial"/>
              <a:buChar char="•"/>
              <a:defRPr sz="2800">
                <a:latin typeface="+mj-lt"/>
                <a:ea typeface="+mj-ea"/>
                <a:cs typeface="+mj-cs"/>
                <a:sym typeface="Calibri"/>
              </a:defRPr>
            </a:lvl2pPr>
            <a:lvl3pPr marL="1234439" indent="-320039">
              <a:buClrTx/>
              <a:buFont typeface="Arial"/>
              <a:defRPr sz="2800">
                <a:latin typeface="+mj-lt"/>
                <a:ea typeface="+mj-ea"/>
                <a:cs typeface="+mj-cs"/>
                <a:sym typeface="Calibri"/>
              </a:defRPr>
            </a:lvl3pPr>
            <a:lvl4pPr marL="1727200" indent="-355600">
              <a:buClrTx/>
              <a:buFont typeface="Arial"/>
              <a:defRPr sz="2800">
                <a:latin typeface="+mj-lt"/>
                <a:ea typeface="+mj-ea"/>
                <a:cs typeface="+mj-cs"/>
                <a:sym typeface="Calibri"/>
              </a:defRPr>
            </a:lvl4pPr>
            <a:lvl5pPr marL="2184400" indent="-355600">
              <a:buClrTx/>
              <a:buFont typeface="Arial"/>
              <a:defRPr sz="2800">
                <a:latin typeface="+mj-lt"/>
                <a:ea typeface="+mj-ea"/>
                <a:cs typeface="+mj-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42" name="Slide Number"/>
          <p:cNvSpPr txBox="1">
            <a:spLocks noGrp="1"/>
          </p:cNvSpPr>
          <p:nvPr>
            <p:ph type="sldNum" sz="quarter" idx="2"/>
          </p:nvPr>
        </p:nvSpPr>
        <p:spPr>
          <a:xfrm>
            <a:off x="11095176" y="6414760"/>
            <a:ext cx="258624" cy="248305"/>
          </a:xfrm>
          <a:prstGeom prst="rect">
            <a:avLst/>
          </a:prstGeom>
        </p:spPr>
        <p:txBody>
          <a:bodyPr/>
          <a:lstStyle>
            <a:lvl1pPr algn="r">
              <a:defRPr b="0">
                <a:solidFill>
                  <a:srgbClr val="888888"/>
                </a:solidFill>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9" name="Title Text"/>
          <p:cNvSpPr txBox="1">
            <a:spLocks noGrp="1"/>
          </p:cNvSpPr>
          <p:nvPr>
            <p:ph type="title"/>
          </p:nvPr>
        </p:nvSpPr>
        <p:spPr>
          <a:xfrm>
            <a:off x="839787" y="365125"/>
            <a:ext cx="10515601" cy="1325563"/>
          </a:xfrm>
          <a:prstGeom prst="rect">
            <a:avLst/>
          </a:prstGeom>
        </p:spPr>
        <p:txBody>
          <a:bodyPr/>
          <a:lstStyle>
            <a:lvl1pPr>
              <a:defRPr sz="4400" b="0">
                <a:solidFill>
                  <a:srgbClr val="000000"/>
                </a:solidFill>
                <a:latin typeface="Calibri Light"/>
                <a:ea typeface="Calibri Light"/>
                <a:cs typeface="Calibri Light"/>
                <a:sym typeface="Calibri Light"/>
              </a:defRPr>
            </a:lvl1pPr>
          </a:lstStyle>
          <a:p>
            <a:r>
              <a:t>Title Text</a:t>
            </a:r>
          </a:p>
        </p:txBody>
      </p:sp>
      <p:sp>
        <p:nvSpPr>
          <p:cNvPr id="50" name="Body Level One…"/>
          <p:cNvSpPr txBox="1">
            <a:spLocks noGrp="1"/>
          </p:cNvSpPr>
          <p:nvPr>
            <p:ph type="body" sz="quarter" idx="1"/>
          </p:nvPr>
        </p:nvSpPr>
        <p:spPr>
          <a:xfrm>
            <a:off x="839787" y="1681163"/>
            <a:ext cx="5157789" cy="823913"/>
          </a:xfrm>
          <a:prstGeom prst="rect">
            <a:avLst/>
          </a:prstGeom>
        </p:spPr>
        <p:txBody>
          <a:bodyPr anchor="b"/>
          <a:lstStyle>
            <a:lvl1pPr marL="0" indent="0">
              <a:buClrTx/>
              <a:buSzTx/>
              <a:buNone/>
              <a:defRPr sz="2400" b="1">
                <a:latin typeface="+mj-lt"/>
                <a:ea typeface="+mj-ea"/>
                <a:cs typeface="+mj-cs"/>
                <a:sym typeface="Calibri"/>
              </a:defRPr>
            </a:lvl1pPr>
            <a:lvl2pPr marL="0" indent="457200">
              <a:buClrTx/>
              <a:buSzTx/>
              <a:buNone/>
              <a:defRPr sz="2400" b="1">
                <a:latin typeface="+mj-lt"/>
                <a:ea typeface="+mj-ea"/>
                <a:cs typeface="+mj-cs"/>
                <a:sym typeface="Calibri"/>
              </a:defRPr>
            </a:lvl2pPr>
            <a:lvl3pPr marL="0" indent="914400">
              <a:buClrTx/>
              <a:buSzTx/>
              <a:buNone/>
              <a:defRPr sz="2400" b="1">
                <a:latin typeface="+mj-lt"/>
                <a:ea typeface="+mj-ea"/>
                <a:cs typeface="+mj-cs"/>
                <a:sym typeface="Calibri"/>
              </a:defRPr>
            </a:lvl3pPr>
            <a:lvl4pPr marL="0" indent="1371600">
              <a:buClrTx/>
              <a:buSzTx/>
              <a:buNone/>
              <a:defRPr sz="2400" b="1">
                <a:latin typeface="+mj-lt"/>
                <a:ea typeface="+mj-ea"/>
                <a:cs typeface="+mj-cs"/>
                <a:sym typeface="Calibri"/>
              </a:defRPr>
            </a:lvl4pPr>
            <a:lvl5pPr marL="0" indent="1828800">
              <a:buClrTx/>
              <a:buSzTx/>
              <a:buNone/>
              <a:defRPr sz="2400" b="1">
                <a:latin typeface="+mj-lt"/>
                <a:ea typeface="+mj-ea"/>
                <a:cs typeface="+mj-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51" name="Text Placeholder 4"/>
          <p:cNvSpPr>
            <a:spLocks noGrp="1"/>
          </p:cNvSpPr>
          <p:nvPr>
            <p:ph type="body" sz="quarter" idx="21"/>
          </p:nvPr>
        </p:nvSpPr>
        <p:spPr>
          <a:xfrm>
            <a:off x="6172200" y="1681163"/>
            <a:ext cx="5183188" cy="823913"/>
          </a:xfrm>
          <a:prstGeom prst="rect">
            <a:avLst/>
          </a:prstGeom>
        </p:spPr>
        <p:txBody>
          <a:bodyPr anchor="b"/>
          <a:lstStyle/>
          <a:p>
            <a:pPr marL="0" indent="0">
              <a:buClrTx/>
              <a:buSzTx/>
              <a:buNone/>
              <a:defRPr sz="2400" b="1">
                <a:latin typeface="+mj-lt"/>
                <a:ea typeface="+mj-ea"/>
                <a:cs typeface="+mj-cs"/>
                <a:sym typeface="Calibri"/>
              </a:defRPr>
            </a:pPr>
            <a:endParaRPr/>
          </a:p>
        </p:txBody>
      </p:sp>
      <p:sp>
        <p:nvSpPr>
          <p:cNvPr id="52" name="Slide Number"/>
          <p:cNvSpPr txBox="1">
            <a:spLocks noGrp="1"/>
          </p:cNvSpPr>
          <p:nvPr>
            <p:ph type="sldNum" sz="quarter" idx="2"/>
          </p:nvPr>
        </p:nvSpPr>
        <p:spPr>
          <a:xfrm>
            <a:off x="11095176" y="6414760"/>
            <a:ext cx="258624" cy="248305"/>
          </a:xfrm>
          <a:prstGeom prst="rect">
            <a:avLst/>
          </a:prstGeom>
        </p:spPr>
        <p:txBody>
          <a:bodyPr/>
          <a:lstStyle>
            <a:lvl1pPr algn="r">
              <a:defRPr b="0">
                <a:solidFill>
                  <a:srgbClr val="888888"/>
                </a:solidFill>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9" name="Title Text"/>
          <p:cNvSpPr txBox="1">
            <a:spLocks noGrp="1"/>
          </p:cNvSpPr>
          <p:nvPr>
            <p:ph type="title"/>
          </p:nvPr>
        </p:nvSpPr>
        <p:spPr>
          <a:xfrm>
            <a:off x="838200" y="365125"/>
            <a:ext cx="10515600" cy="1325563"/>
          </a:xfrm>
          <a:prstGeom prst="rect">
            <a:avLst/>
          </a:prstGeom>
        </p:spPr>
        <p:txBody>
          <a:bodyPr/>
          <a:lstStyle>
            <a:lvl1pPr>
              <a:defRPr sz="4400" b="0">
                <a:solidFill>
                  <a:srgbClr val="000000"/>
                </a:solidFill>
                <a:latin typeface="Calibri Light"/>
                <a:ea typeface="Calibri Light"/>
                <a:cs typeface="Calibri Light"/>
                <a:sym typeface="Calibri Light"/>
              </a:defRPr>
            </a:lvl1pPr>
          </a:lstStyle>
          <a:p>
            <a:r>
              <a:t>Title Text</a:t>
            </a:r>
          </a:p>
        </p:txBody>
      </p:sp>
      <p:sp>
        <p:nvSpPr>
          <p:cNvPr id="60" name="Slide Number"/>
          <p:cNvSpPr txBox="1">
            <a:spLocks noGrp="1"/>
          </p:cNvSpPr>
          <p:nvPr>
            <p:ph type="sldNum" sz="quarter" idx="2"/>
          </p:nvPr>
        </p:nvSpPr>
        <p:spPr>
          <a:xfrm>
            <a:off x="11095176" y="6414760"/>
            <a:ext cx="258624" cy="248305"/>
          </a:xfrm>
          <a:prstGeom prst="rect">
            <a:avLst/>
          </a:prstGeom>
        </p:spPr>
        <p:txBody>
          <a:bodyPr/>
          <a:lstStyle>
            <a:lvl1pPr algn="r">
              <a:defRPr b="0">
                <a:solidFill>
                  <a:srgbClr val="888888"/>
                </a:solidFill>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67" name="Slide Number"/>
          <p:cNvSpPr txBox="1">
            <a:spLocks noGrp="1"/>
          </p:cNvSpPr>
          <p:nvPr>
            <p:ph type="sldNum" sz="quarter" idx="2"/>
          </p:nvPr>
        </p:nvSpPr>
        <p:spPr>
          <a:xfrm>
            <a:off x="11095176" y="6414760"/>
            <a:ext cx="258624" cy="248305"/>
          </a:xfrm>
          <a:prstGeom prst="rect">
            <a:avLst/>
          </a:prstGeom>
        </p:spPr>
        <p:txBody>
          <a:bodyPr/>
          <a:lstStyle>
            <a:lvl1pPr algn="r">
              <a:defRPr b="0">
                <a:solidFill>
                  <a:srgbClr val="888888"/>
                </a:solidFill>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4" name="Title Text"/>
          <p:cNvSpPr txBox="1">
            <a:spLocks noGrp="1"/>
          </p:cNvSpPr>
          <p:nvPr>
            <p:ph type="title"/>
          </p:nvPr>
        </p:nvSpPr>
        <p:spPr>
          <a:xfrm>
            <a:off x="839787" y="457200"/>
            <a:ext cx="3932239" cy="1600200"/>
          </a:xfrm>
          <a:prstGeom prst="rect">
            <a:avLst/>
          </a:prstGeom>
        </p:spPr>
        <p:txBody>
          <a:bodyPr anchor="b"/>
          <a:lstStyle>
            <a:lvl1pPr>
              <a:defRPr sz="3200" b="0">
                <a:solidFill>
                  <a:srgbClr val="000000"/>
                </a:solidFill>
                <a:latin typeface="Calibri Light"/>
                <a:ea typeface="Calibri Light"/>
                <a:cs typeface="Calibri Light"/>
                <a:sym typeface="Calibri Light"/>
              </a:defRPr>
            </a:lvl1pPr>
          </a:lstStyle>
          <a:p>
            <a:r>
              <a:t>Title Text</a:t>
            </a:r>
          </a:p>
        </p:txBody>
      </p:sp>
      <p:sp>
        <p:nvSpPr>
          <p:cNvPr id="75" name="Body Level One…"/>
          <p:cNvSpPr txBox="1">
            <a:spLocks noGrp="1"/>
          </p:cNvSpPr>
          <p:nvPr>
            <p:ph type="body" sz="half" idx="1"/>
          </p:nvPr>
        </p:nvSpPr>
        <p:spPr>
          <a:xfrm>
            <a:off x="5183187" y="987425"/>
            <a:ext cx="6172201" cy="4873625"/>
          </a:xfrm>
          <a:prstGeom prst="rect">
            <a:avLst/>
          </a:prstGeom>
        </p:spPr>
        <p:txBody>
          <a:bodyPr/>
          <a:lstStyle>
            <a:lvl1pPr>
              <a:buClrTx/>
              <a:buFont typeface="Arial"/>
              <a:buChar char="•"/>
              <a:defRPr sz="3200">
                <a:latin typeface="+mj-lt"/>
                <a:ea typeface="+mj-ea"/>
                <a:cs typeface="+mj-cs"/>
                <a:sym typeface="Calibri"/>
              </a:defRPr>
            </a:lvl1pPr>
            <a:lvl2pPr marL="718457" indent="-261257">
              <a:buClrTx/>
              <a:buFont typeface="Arial"/>
              <a:buChar char="•"/>
              <a:defRPr sz="3200">
                <a:latin typeface="+mj-lt"/>
                <a:ea typeface="+mj-ea"/>
                <a:cs typeface="+mj-cs"/>
                <a:sym typeface="Calibri"/>
              </a:defRPr>
            </a:lvl2pPr>
            <a:lvl3pPr marL="1219200" indent="-304800">
              <a:buClrTx/>
              <a:buFont typeface="Arial"/>
              <a:defRPr sz="3200">
                <a:latin typeface="+mj-lt"/>
                <a:ea typeface="+mj-ea"/>
                <a:cs typeface="+mj-cs"/>
                <a:sym typeface="Calibri"/>
              </a:defRPr>
            </a:lvl3pPr>
            <a:lvl4pPr marL="1737360" indent="-365760">
              <a:buClrTx/>
              <a:buFont typeface="Arial"/>
              <a:defRPr sz="3200">
                <a:latin typeface="+mj-lt"/>
                <a:ea typeface="+mj-ea"/>
                <a:cs typeface="+mj-cs"/>
                <a:sym typeface="Calibri"/>
              </a:defRPr>
            </a:lvl4pPr>
            <a:lvl5pPr marL="2194560" indent="-365760">
              <a:buClrTx/>
              <a:buFont typeface="Arial"/>
              <a:defRPr sz="3200">
                <a:latin typeface="+mj-lt"/>
                <a:ea typeface="+mj-ea"/>
                <a:cs typeface="+mj-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76" name="Text Placeholder 3"/>
          <p:cNvSpPr>
            <a:spLocks noGrp="1"/>
          </p:cNvSpPr>
          <p:nvPr>
            <p:ph type="body" sz="quarter" idx="21"/>
          </p:nvPr>
        </p:nvSpPr>
        <p:spPr>
          <a:xfrm>
            <a:off x="839787" y="2057400"/>
            <a:ext cx="3932239" cy="3811588"/>
          </a:xfrm>
          <a:prstGeom prst="rect">
            <a:avLst/>
          </a:prstGeom>
        </p:spPr>
        <p:txBody>
          <a:bodyPr/>
          <a:lstStyle/>
          <a:p>
            <a:pPr marL="0" indent="0">
              <a:buClrTx/>
              <a:buSzTx/>
              <a:buNone/>
              <a:defRPr sz="1600">
                <a:latin typeface="+mj-lt"/>
                <a:ea typeface="+mj-ea"/>
                <a:cs typeface="+mj-cs"/>
                <a:sym typeface="Calibri"/>
              </a:defRPr>
            </a:pPr>
            <a:endParaRPr/>
          </a:p>
        </p:txBody>
      </p:sp>
      <p:sp>
        <p:nvSpPr>
          <p:cNvPr id="77" name="Slide Number"/>
          <p:cNvSpPr txBox="1">
            <a:spLocks noGrp="1"/>
          </p:cNvSpPr>
          <p:nvPr>
            <p:ph type="sldNum" sz="quarter" idx="2"/>
          </p:nvPr>
        </p:nvSpPr>
        <p:spPr>
          <a:xfrm>
            <a:off x="11095176" y="6414760"/>
            <a:ext cx="258624" cy="248305"/>
          </a:xfrm>
          <a:prstGeom prst="rect">
            <a:avLst/>
          </a:prstGeom>
        </p:spPr>
        <p:txBody>
          <a:bodyPr/>
          <a:lstStyle>
            <a:lvl1pPr algn="r">
              <a:defRPr b="0">
                <a:solidFill>
                  <a:srgbClr val="888888"/>
                </a:solidFill>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4" name="Title Text"/>
          <p:cNvSpPr txBox="1">
            <a:spLocks noGrp="1"/>
          </p:cNvSpPr>
          <p:nvPr>
            <p:ph type="title"/>
          </p:nvPr>
        </p:nvSpPr>
        <p:spPr>
          <a:xfrm>
            <a:off x="839787" y="457200"/>
            <a:ext cx="3932239" cy="1600200"/>
          </a:xfrm>
          <a:prstGeom prst="rect">
            <a:avLst/>
          </a:prstGeom>
        </p:spPr>
        <p:txBody>
          <a:bodyPr anchor="b"/>
          <a:lstStyle>
            <a:lvl1pPr>
              <a:defRPr sz="3200" b="0">
                <a:solidFill>
                  <a:srgbClr val="000000"/>
                </a:solidFill>
                <a:latin typeface="Calibri Light"/>
                <a:ea typeface="Calibri Light"/>
                <a:cs typeface="Calibri Light"/>
                <a:sym typeface="Calibri Light"/>
              </a:defRPr>
            </a:lvl1pPr>
          </a:lstStyle>
          <a:p>
            <a:r>
              <a:t>Title Text</a:t>
            </a:r>
          </a:p>
        </p:txBody>
      </p:sp>
      <p:sp>
        <p:nvSpPr>
          <p:cNvPr id="85"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6" name="Body Level One…"/>
          <p:cNvSpPr txBox="1">
            <a:spLocks noGrp="1"/>
          </p:cNvSpPr>
          <p:nvPr>
            <p:ph type="body" sz="quarter" idx="1"/>
          </p:nvPr>
        </p:nvSpPr>
        <p:spPr>
          <a:xfrm>
            <a:off x="839787" y="2057400"/>
            <a:ext cx="3932239" cy="3811588"/>
          </a:xfrm>
          <a:prstGeom prst="rect">
            <a:avLst/>
          </a:prstGeom>
        </p:spPr>
        <p:txBody>
          <a:bodyPr/>
          <a:lstStyle>
            <a:lvl1pPr marL="0" indent="0">
              <a:buClrTx/>
              <a:buSzTx/>
              <a:buNone/>
              <a:defRPr sz="1600">
                <a:latin typeface="+mj-lt"/>
                <a:ea typeface="+mj-ea"/>
                <a:cs typeface="+mj-cs"/>
                <a:sym typeface="Calibri"/>
              </a:defRPr>
            </a:lvl1pPr>
            <a:lvl2pPr marL="0" indent="457200">
              <a:buClrTx/>
              <a:buSzTx/>
              <a:buNone/>
              <a:defRPr sz="1600">
                <a:latin typeface="+mj-lt"/>
                <a:ea typeface="+mj-ea"/>
                <a:cs typeface="+mj-cs"/>
                <a:sym typeface="Calibri"/>
              </a:defRPr>
            </a:lvl2pPr>
            <a:lvl3pPr marL="0" indent="914400">
              <a:buClrTx/>
              <a:buSzTx/>
              <a:buNone/>
              <a:defRPr sz="1600">
                <a:latin typeface="+mj-lt"/>
                <a:ea typeface="+mj-ea"/>
                <a:cs typeface="+mj-cs"/>
                <a:sym typeface="Calibri"/>
              </a:defRPr>
            </a:lvl3pPr>
            <a:lvl4pPr marL="0" indent="1371600">
              <a:buClrTx/>
              <a:buSzTx/>
              <a:buNone/>
              <a:defRPr sz="1600">
                <a:latin typeface="+mj-lt"/>
                <a:ea typeface="+mj-ea"/>
                <a:cs typeface="+mj-cs"/>
                <a:sym typeface="Calibri"/>
              </a:defRPr>
            </a:lvl4pPr>
            <a:lvl5pPr marL="0" indent="1828800">
              <a:buClrTx/>
              <a:buSzTx/>
              <a:buNone/>
              <a:defRPr sz="1600">
                <a:latin typeface="+mj-lt"/>
                <a:ea typeface="+mj-ea"/>
                <a:cs typeface="+mj-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87" name="Slide Number"/>
          <p:cNvSpPr txBox="1">
            <a:spLocks noGrp="1"/>
          </p:cNvSpPr>
          <p:nvPr>
            <p:ph type="sldNum" sz="quarter" idx="2"/>
          </p:nvPr>
        </p:nvSpPr>
        <p:spPr>
          <a:xfrm>
            <a:off x="11095176" y="6414760"/>
            <a:ext cx="258624" cy="248305"/>
          </a:xfrm>
          <a:prstGeom prst="rect">
            <a:avLst/>
          </a:prstGeom>
        </p:spPr>
        <p:txBody>
          <a:bodyPr/>
          <a:lstStyle>
            <a:lvl1pPr algn="r">
              <a:defRPr b="0">
                <a:solidFill>
                  <a:srgbClr val="888888"/>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3"/>
          <p:cNvSpPr/>
          <p:nvPr/>
        </p:nvSpPr>
        <p:spPr>
          <a:xfrm>
            <a:off x="0" y="6430962"/>
            <a:ext cx="12192000" cy="457201"/>
          </a:xfrm>
          <a:prstGeom prst="rect">
            <a:avLst/>
          </a:prstGeom>
          <a:solidFill>
            <a:srgbClr val="A32837"/>
          </a:solidFill>
          <a:ln w="12700">
            <a:miter lim="400000"/>
          </a:ln>
        </p:spPr>
        <p:txBody>
          <a:bodyPr lIns="45719" rIns="45719" anchor="ctr"/>
          <a:lstStyle/>
          <a:p>
            <a:pPr algn="ctr">
              <a:defRPr sz="1200">
                <a:solidFill>
                  <a:srgbClr val="FFFFFF"/>
                </a:solidFill>
              </a:defRPr>
            </a:pPr>
            <a:endParaRPr/>
          </a:p>
        </p:txBody>
      </p:sp>
      <p:pic>
        <p:nvPicPr>
          <p:cNvPr id="3" name="Group 4" descr="Group 4"/>
          <p:cNvPicPr>
            <a:picLocks noChangeAspect="1"/>
          </p:cNvPicPr>
          <p:nvPr/>
        </p:nvPicPr>
        <p:blipFill>
          <a:blip r:embed="rId11"/>
          <a:stretch>
            <a:fillRect/>
          </a:stretch>
        </p:blipFill>
        <p:spPr>
          <a:xfrm>
            <a:off x="10096500" y="5994400"/>
            <a:ext cx="2044700" cy="800100"/>
          </a:xfrm>
          <a:prstGeom prst="rect">
            <a:avLst/>
          </a:prstGeom>
          <a:ln w="12700">
            <a:miter lim="400000"/>
          </a:ln>
        </p:spPr>
      </p:pic>
      <p:sp>
        <p:nvSpPr>
          <p:cNvPr id="4" name="Title Text"/>
          <p:cNvSpPr txBox="1">
            <a:spLocks noGrp="1"/>
          </p:cNvSpPr>
          <p:nvPr>
            <p:ph type="title"/>
          </p:nvPr>
        </p:nvSpPr>
        <p:spPr>
          <a:xfrm>
            <a:off x="838200" y="365125"/>
            <a:ext cx="10515600" cy="6746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5" name="Body Level One…"/>
          <p:cNvSpPr txBox="1">
            <a:spLocks noGrp="1"/>
          </p:cNvSpPr>
          <p:nvPr>
            <p:ph type="body" idx="1"/>
          </p:nvPr>
        </p:nvSpPr>
        <p:spPr>
          <a:xfrm>
            <a:off x="838200" y="1401761"/>
            <a:ext cx="10515600" cy="4592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8610600" y="6124247"/>
            <a:ext cx="258624" cy="248306"/>
          </a:xfrm>
          <a:prstGeom prst="rect">
            <a:avLst/>
          </a:prstGeom>
          <a:ln w="12700">
            <a:miter lim="400000"/>
          </a:ln>
        </p:spPr>
        <p:txBody>
          <a:bodyPr wrap="none" lIns="45719" rIns="45719" anchor="ctr">
            <a:spAutoFit/>
          </a:bodyPr>
          <a:lstStyle>
            <a:lvl1pPr>
              <a:defRPr sz="1200" b="1">
                <a:solidFill>
                  <a:srgbClr val="A32837"/>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000" b="1" i="0" u="none" strike="noStrike" cap="none" spc="0" baseline="0">
          <a:solidFill>
            <a:srgbClr val="A32837"/>
          </a:solidFill>
          <a:uFillTx/>
          <a:latin typeface="Poppins Medium"/>
          <a:ea typeface="Poppins Medium"/>
          <a:cs typeface="Poppins Medium"/>
          <a:sym typeface="Poppins Medium"/>
        </a:defRPr>
      </a:lvl1pPr>
      <a:lvl2pPr marL="0" marR="0" indent="0" algn="l" defTabSz="914400" rtl="0" latinLnBrk="0">
        <a:lnSpc>
          <a:spcPct val="90000"/>
        </a:lnSpc>
        <a:spcBef>
          <a:spcPts val="0"/>
        </a:spcBef>
        <a:spcAft>
          <a:spcPts val="0"/>
        </a:spcAft>
        <a:buClrTx/>
        <a:buSzTx/>
        <a:buFontTx/>
        <a:buNone/>
        <a:tabLst/>
        <a:defRPr sz="4000" b="1" i="0" u="none" strike="noStrike" cap="none" spc="0" baseline="0">
          <a:solidFill>
            <a:srgbClr val="A32837"/>
          </a:solidFill>
          <a:uFillTx/>
          <a:latin typeface="Poppins Medium"/>
          <a:ea typeface="Poppins Medium"/>
          <a:cs typeface="Poppins Medium"/>
          <a:sym typeface="Poppins Medium"/>
        </a:defRPr>
      </a:lvl2pPr>
      <a:lvl3pPr marL="0" marR="0" indent="0" algn="l" defTabSz="914400" rtl="0" latinLnBrk="0">
        <a:lnSpc>
          <a:spcPct val="90000"/>
        </a:lnSpc>
        <a:spcBef>
          <a:spcPts val="0"/>
        </a:spcBef>
        <a:spcAft>
          <a:spcPts val="0"/>
        </a:spcAft>
        <a:buClrTx/>
        <a:buSzTx/>
        <a:buFontTx/>
        <a:buNone/>
        <a:tabLst/>
        <a:defRPr sz="4000" b="1" i="0" u="none" strike="noStrike" cap="none" spc="0" baseline="0">
          <a:solidFill>
            <a:srgbClr val="A32837"/>
          </a:solidFill>
          <a:uFillTx/>
          <a:latin typeface="Poppins Medium"/>
          <a:ea typeface="Poppins Medium"/>
          <a:cs typeface="Poppins Medium"/>
          <a:sym typeface="Poppins Medium"/>
        </a:defRPr>
      </a:lvl3pPr>
      <a:lvl4pPr marL="0" marR="0" indent="0" algn="l" defTabSz="914400" rtl="0" latinLnBrk="0">
        <a:lnSpc>
          <a:spcPct val="90000"/>
        </a:lnSpc>
        <a:spcBef>
          <a:spcPts val="0"/>
        </a:spcBef>
        <a:spcAft>
          <a:spcPts val="0"/>
        </a:spcAft>
        <a:buClrTx/>
        <a:buSzTx/>
        <a:buFontTx/>
        <a:buNone/>
        <a:tabLst/>
        <a:defRPr sz="4000" b="1" i="0" u="none" strike="noStrike" cap="none" spc="0" baseline="0">
          <a:solidFill>
            <a:srgbClr val="A32837"/>
          </a:solidFill>
          <a:uFillTx/>
          <a:latin typeface="Poppins Medium"/>
          <a:ea typeface="Poppins Medium"/>
          <a:cs typeface="Poppins Medium"/>
          <a:sym typeface="Poppins Medium"/>
        </a:defRPr>
      </a:lvl4pPr>
      <a:lvl5pPr marL="0" marR="0" indent="0" algn="l" defTabSz="914400" rtl="0" latinLnBrk="0">
        <a:lnSpc>
          <a:spcPct val="90000"/>
        </a:lnSpc>
        <a:spcBef>
          <a:spcPts val="0"/>
        </a:spcBef>
        <a:spcAft>
          <a:spcPts val="0"/>
        </a:spcAft>
        <a:buClrTx/>
        <a:buSzTx/>
        <a:buFontTx/>
        <a:buNone/>
        <a:tabLst/>
        <a:defRPr sz="4000" b="1" i="0" u="none" strike="noStrike" cap="none" spc="0" baseline="0">
          <a:solidFill>
            <a:srgbClr val="A32837"/>
          </a:solidFill>
          <a:uFillTx/>
          <a:latin typeface="Poppins Medium"/>
          <a:ea typeface="Poppins Medium"/>
          <a:cs typeface="Poppins Medium"/>
          <a:sym typeface="Poppins Medium"/>
        </a:defRPr>
      </a:lvl5pPr>
      <a:lvl6pPr marL="0" marR="0" indent="457200" algn="l" defTabSz="914400" rtl="0" latinLnBrk="0">
        <a:lnSpc>
          <a:spcPct val="90000"/>
        </a:lnSpc>
        <a:spcBef>
          <a:spcPts val="0"/>
        </a:spcBef>
        <a:spcAft>
          <a:spcPts val="0"/>
        </a:spcAft>
        <a:buClrTx/>
        <a:buSzTx/>
        <a:buFontTx/>
        <a:buNone/>
        <a:tabLst/>
        <a:defRPr sz="4000" b="1" i="0" u="none" strike="noStrike" cap="none" spc="0" baseline="0">
          <a:solidFill>
            <a:srgbClr val="A32837"/>
          </a:solidFill>
          <a:uFillTx/>
          <a:latin typeface="Poppins Medium"/>
          <a:ea typeface="Poppins Medium"/>
          <a:cs typeface="Poppins Medium"/>
          <a:sym typeface="Poppins Medium"/>
        </a:defRPr>
      </a:lvl6pPr>
      <a:lvl7pPr marL="0" marR="0" indent="914400" algn="l" defTabSz="914400" rtl="0" latinLnBrk="0">
        <a:lnSpc>
          <a:spcPct val="90000"/>
        </a:lnSpc>
        <a:spcBef>
          <a:spcPts val="0"/>
        </a:spcBef>
        <a:spcAft>
          <a:spcPts val="0"/>
        </a:spcAft>
        <a:buClrTx/>
        <a:buSzTx/>
        <a:buFontTx/>
        <a:buNone/>
        <a:tabLst/>
        <a:defRPr sz="4000" b="1" i="0" u="none" strike="noStrike" cap="none" spc="0" baseline="0">
          <a:solidFill>
            <a:srgbClr val="A32837"/>
          </a:solidFill>
          <a:uFillTx/>
          <a:latin typeface="Poppins Medium"/>
          <a:ea typeface="Poppins Medium"/>
          <a:cs typeface="Poppins Medium"/>
          <a:sym typeface="Poppins Medium"/>
        </a:defRPr>
      </a:lvl7pPr>
      <a:lvl8pPr marL="0" marR="0" indent="1371600" algn="l" defTabSz="914400" rtl="0" latinLnBrk="0">
        <a:lnSpc>
          <a:spcPct val="90000"/>
        </a:lnSpc>
        <a:spcBef>
          <a:spcPts val="0"/>
        </a:spcBef>
        <a:spcAft>
          <a:spcPts val="0"/>
        </a:spcAft>
        <a:buClrTx/>
        <a:buSzTx/>
        <a:buFontTx/>
        <a:buNone/>
        <a:tabLst/>
        <a:defRPr sz="4000" b="1" i="0" u="none" strike="noStrike" cap="none" spc="0" baseline="0">
          <a:solidFill>
            <a:srgbClr val="A32837"/>
          </a:solidFill>
          <a:uFillTx/>
          <a:latin typeface="Poppins Medium"/>
          <a:ea typeface="Poppins Medium"/>
          <a:cs typeface="Poppins Medium"/>
          <a:sym typeface="Poppins Medium"/>
        </a:defRPr>
      </a:lvl8pPr>
      <a:lvl9pPr marL="0" marR="0" indent="1828800" algn="l" defTabSz="914400" rtl="0" latinLnBrk="0">
        <a:lnSpc>
          <a:spcPct val="90000"/>
        </a:lnSpc>
        <a:spcBef>
          <a:spcPts val="0"/>
        </a:spcBef>
        <a:spcAft>
          <a:spcPts val="0"/>
        </a:spcAft>
        <a:buClrTx/>
        <a:buSzTx/>
        <a:buFontTx/>
        <a:buNone/>
        <a:tabLst/>
        <a:defRPr sz="4000" b="1" i="0" u="none" strike="noStrike" cap="none" spc="0" baseline="0">
          <a:solidFill>
            <a:srgbClr val="A32837"/>
          </a:solidFill>
          <a:uFillTx/>
          <a:latin typeface="Poppins Medium"/>
          <a:ea typeface="Poppins Medium"/>
          <a:cs typeface="Poppins Medium"/>
          <a:sym typeface="Poppins Medium"/>
        </a:defRPr>
      </a:lvl9pPr>
    </p:titleStyle>
    <p:bodyStyle>
      <a:lvl1pPr marL="228600" marR="0" indent="-228600" algn="l" defTabSz="914400" rtl="0" latinLnBrk="0">
        <a:lnSpc>
          <a:spcPct val="90000"/>
        </a:lnSpc>
        <a:spcBef>
          <a:spcPts val="1000"/>
        </a:spcBef>
        <a:spcAft>
          <a:spcPts val="0"/>
        </a:spcAft>
        <a:buClr>
          <a:srgbClr val="C00000"/>
        </a:buClr>
        <a:buSzPct val="100000"/>
        <a:buFontTx/>
        <a:buChar char="❖"/>
        <a:tabLst/>
        <a:defRPr sz="2500" b="0" i="0" u="none" strike="noStrike" cap="none" spc="0" baseline="0">
          <a:solidFill>
            <a:srgbClr val="000000"/>
          </a:solidFill>
          <a:uFillTx/>
          <a:latin typeface="Poopins "/>
          <a:ea typeface="Poopins "/>
          <a:cs typeface="Poopins "/>
          <a:sym typeface="Poopins "/>
        </a:defRPr>
      </a:lvl1pPr>
      <a:lvl2pPr marL="695325" marR="0" indent="-238125" algn="l" defTabSz="914400" rtl="0" latinLnBrk="0">
        <a:lnSpc>
          <a:spcPct val="90000"/>
        </a:lnSpc>
        <a:spcBef>
          <a:spcPts val="1000"/>
        </a:spcBef>
        <a:spcAft>
          <a:spcPts val="0"/>
        </a:spcAft>
        <a:buClr>
          <a:srgbClr val="C00000"/>
        </a:buClr>
        <a:buSzPct val="100000"/>
        <a:buFontTx/>
        <a:buChar char="o"/>
        <a:tabLst/>
        <a:defRPr sz="2500" b="0" i="0" u="none" strike="noStrike" cap="none" spc="0" baseline="0">
          <a:solidFill>
            <a:srgbClr val="000000"/>
          </a:solidFill>
          <a:uFillTx/>
          <a:latin typeface="Poopins "/>
          <a:ea typeface="Poopins "/>
          <a:cs typeface="Poopins "/>
          <a:sym typeface="Poopins "/>
        </a:defRPr>
      </a:lvl2pPr>
      <a:lvl3pPr marL="1200150" marR="0" indent="-285750" algn="l" defTabSz="914400" rtl="0" latinLnBrk="0">
        <a:lnSpc>
          <a:spcPct val="90000"/>
        </a:lnSpc>
        <a:spcBef>
          <a:spcPts val="1000"/>
        </a:spcBef>
        <a:spcAft>
          <a:spcPts val="0"/>
        </a:spcAft>
        <a:buClr>
          <a:srgbClr val="C00000"/>
        </a:buClr>
        <a:buSzPct val="100000"/>
        <a:buFontTx/>
        <a:buChar char="•"/>
        <a:tabLst/>
        <a:defRPr sz="2500" b="0" i="0" u="none" strike="noStrike" cap="none" spc="0" baseline="0">
          <a:solidFill>
            <a:srgbClr val="000000"/>
          </a:solidFill>
          <a:uFillTx/>
          <a:latin typeface="Poopins "/>
          <a:ea typeface="Poopins "/>
          <a:cs typeface="Poopins "/>
          <a:sym typeface="Poopins "/>
        </a:defRPr>
      </a:lvl3pPr>
      <a:lvl4pPr marL="1689100" marR="0" indent="-317500" algn="l" defTabSz="914400" rtl="0" latinLnBrk="0">
        <a:lnSpc>
          <a:spcPct val="90000"/>
        </a:lnSpc>
        <a:spcBef>
          <a:spcPts val="1000"/>
        </a:spcBef>
        <a:spcAft>
          <a:spcPts val="0"/>
        </a:spcAft>
        <a:buClr>
          <a:srgbClr val="C00000"/>
        </a:buClr>
        <a:buSzPct val="100000"/>
        <a:buFontTx/>
        <a:buChar char="•"/>
        <a:tabLst/>
        <a:defRPr sz="2500" b="0" i="0" u="none" strike="noStrike" cap="none" spc="0" baseline="0">
          <a:solidFill>
            <a:srgbClr val="000000"/>
          </a:solidFill>
          <a:uFillTx/>
          <a:latin typeface="Poopins "/>
          <a:ea typeface="Poopins "/>
          <a:cs typeface="Poopins "/>
          <a:sym typeface="Poopins "/>
        </a:defRPr>
      </a:lvl4pPr>
      <a:lvl5pPr marL="2146300" marR="0" indent="-317500" algn="l" defTabSz="914400" rtl="0" latinLnBrk="0">
        <a:lnSpc>
          <a:spcPct val="90000"/>
        </a:lnSpc>
        <a:spcBef>
          <a:spcPts val="1000"/>
        </a:spcBef>
        <a:spcAft>
          <a:spcPts val="0"/>
        </a:spcAft>
        <a:buClr>
          <a:srgbClr val="C00000"/>
        </a:buClr>
        <a:buSzPct val="100000"/>
        <a:buFontTx/>
        <a:buChar char="•"/>
        <a:tabLst/>
        <a:defRPr sz="2500" b="0" i="0" u="none" strike="noStrike" cap="none" spc="0" baseline="0">
          <a:solidFill>
            <a:srgbClr val="000000"/>
          </a:solidFill>
          <a:uFillTx/>
          <a:latin typeface="Poopins "/>
          <a:ea typeface="Poopins "/>
          <a:cs typeface="Poopins "/>
          <a:sym typeface="Poopins "/>
        </a:defRPr>
      </a:lvl5pPr>
      <a:lvl6pPr marL="2603500" marR="0" indent="-317500" algn="l" defTabSz="914400" rtl="0" latinLnBrk="0">
        <a:lnSpc>
          <a:spcPct val="90000"/>
        </a:lnSpc>
        <a:spcBef>
          <a:spcPts val="1000"/>
        </a:spcBef>
        <a:spcAft>
          <a:spcPts val="0"/>
        </a:spcAft>
        <a:buClr>
          <a:srgbClr val="C00000"/>
        </a:buClr>
        <a:buSzPct val="100000"/>
        <a:buFontTx/>
        <a:buChar char="•"/>
        <a:tabLst/>
        <a:defRPr sz="2500" b="0" i="0" u="none" strike="noStrike" cap="none" spc="0" baseline="0">
          <a:solidFill>
            <a:srgbClr val="000000"/>
          </a:solidFill>
          <a:uFillTx/>
          <a:latin typeface="Poopins "/>
          <a:ea typeface="Poopins "/>
          <a:cs typeface="Poopins "/>
          <a:sym typeface="Poopins "/>
        </a:defRPr>
      </a:lvl6pPr>
      <a:lvl7pPr marL="3060700" marR="0" indent="-317500" algn="l" defTabSz="914400" rtl="0" latinLnBrk="0">
        <a:lnSpc>
          <a:spcPct val="90000"/>
        </a:lnSpc>
        <a:spcBef>
          <a:spcPts val="1000"/>
        </a:spcBef>
        <a:spcAft>
          <a:spcPts val="0"/>
        </a:spcAft>
        <a:buClr>
          <a:srgbClr val="C00000"/>
        </a:buClr>
        <a:buSzPct val="100000"/>
        <a:buFontTx/>
        <a:buChar char="•"/>
        <a:tabLst/>
        <a:defRPr sz="2500" b="0" i="0" u="none" strike="noStrike" cap="none" spc="0" baseline="0">
          <a:solidFill>
            <a:srgbClr val="000000"/>
          </a:solidFill>
          <a:uFillTx/>
          <a:latin typeface="Poopins "/>
          <a:ea typeface="Poopins "/>
          <a:cs typeface="Poopins "/>
          <a:sym typeface="Poopins "/>
        </a:defRPr>
      </a:lvl7pPr>
      <a:lvl8pPr marL="3517900" marR="0" indent="-317500" algn="l" defTabSz="914400" rtl="0" latinLnBrk="0">
        <a:lnSpc>
          <a:spcPct val="90000"/>
        </a:lnSpc>
        <a:spcBef>
          <a:spcPts val="1000"/>
        </a:spcBef>
        <a:spcAft>
          <a:spcPts val="0"/>
        </a:spcAft>
        <a:buClr>
          <a:srgbClr val="C00000"/>
        </a:buClr>
        <a:buSzPct val="100000"/>
        <a:buFontTx/>
        <a:buChar char="•"/>
        <a:tabLst/>
        <a:defRPr sz="2500" b="0" i="0" u="none" strike="noStrike" cap="none" spc="0" baseline="0">
          <a:solidFill>
            <a:srgbClr val="000000"/>
          </a:solidFill>
          <a:uFillTx/>
          <a:latin typeface="Poopins "/>
          <a:ea typeface="Poopins "/>
          <a:cs typeface="Poopins "/>
          <a:sym typeface="Poopins "/>
        </a:defRPr>
      </a:lvl8pPr>
      <a:lvl9pPr marL="3975100" marR="0" indent="-317500" algn="l" defTabSz="914400" rtl="0" latinLnBrk="0">
        <a:lnSpc>
          <a:spcPct val="90000"/>
        </a:lnSpc>
        <a:spcBef>
          <a:spcPts val="1000"/>
        </a:spcBef>
        <a:spcAft>
          <a:spcPts val="0"/>
        </a:spcAft>
        <a:buClr>
          <a:srgbClr val="C00000"/>
        </a:buClr>
        <a:buSzPct val="100000"/>
        <a:buFontTx/>
        <a:buChar char="•"/>
        <a:tabLst/>
        <a:defRPr sz="2500" b="0" i="0" u="none" strike="noStrike" cap="none" spc="0" baseline="0">
          <a:solidFill>
            <a:srgbClr val="000000"/>
          </a:solidFill>
          <a:uFillTx/>
          <a:latin typeface="Poopins "/>
          <a:ea typeface="Poopins "/>
          <a:cs typeface="Poopins "/>
          <a:sym typeface="Poopins "/>
        </a:defRPr>
      </a:lvl9pPr>
    </p:bodyStyle>
    <p:otherStyle>
      <a:lvl1pPr marL="0" marR="0" indent="0" algn="l"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en21el301062@medicaps.ac.i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 name="Picture 6" descr="Picture 6"/>
          <p:cNvPicPr>
            <a:picLocks noChangeAspect="1"/>
          </p:cNvPicPr>
          <p:nvPr/>
        </p:nvPicPr>
        <p:blipFill>
          <a:blip r:embed="rId2"/>
          <a:srcRect t="11748" b="3878"/>
          <a:stretch>
            <a:fillRect/>
          </a:stretch>
        </p:blipFill>
        <p:spPr>
          <a:xfrm>
            <a:off x="0" y="-1"/>
            <a:ext cx="12192000" cy="6858002"/>
          </a:xfrm>
          <a:prstGeom prst="rect">
            <a:avLst/>
          </a:prstGeom>
          <a:ln w="12700">
            <a:miter lim="400000"/>
          </a:ln>
        </p:spPr>
      </p:pic>
      <p:sp>
        <p:nvSpPr>
          <p:cNvPr id="97" name="Rectangle 5"/>
          <p:cNvSpPr/>
          <p:nvPr/>
        </p:nvSpPr>
        <p:spPr>
          <a:xfrm>
            <a:off x="0" y="0"/>
            <a:ext cx="12192000" cy="6858000"/>
          </a:xfrm>
          <a:prstGeom prst="rect">
            <a:avLst/>
          </a:prstGeom>
          <a:solidFill>
            <a:srgbClr val="A32837">
              <a:alpha val="89804"/>
            </a:srgbClr>
          </a:solidFill>
          <a:ln w="12700">
            <a:miter lim="400000"/>
          </a:ln>
        </p:spPr>
        <p:txBody>
          <a:bodyPr lIns="45719" rIns="45719" anchor="ctr"/>
          <a:lstStyle/>
          <a:p>
            <a:pPr algn="ctr">
              <a:defRPr>
                <a:solidFill>
                  <a:srgbClr val="FFFFFF"/>
                </a:solidFill>
              </a:defRPr>
            </a:pPr>
            <a:endParaRPr/>
          </a:p>
        </p:txBody>
      </p:sp>
      <p:sp>
        <p:nvSpPr>
          <p:cNvPr id="98" name="TextBox 17"/>
          <p:cNvSpPr txBox="1"/>
          <p:nvPr/>
        </p:nvSpPr>
        <p:spPr>
          <a:xfrm>
            <a:off x="-62231" y="1706563"/>
            <a:ext cx="12208512" cy="21615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indent="7938" algn="ctr">
              <a:tabLst>
                <a:tab pos="1257300" algn="l"/>
                <a:tab pos="1765300" algn="l"/>
                <a:tab pos="4559300" algn="l"/>
              </a:tabLst>
              <a:defRPr sz="7600" b="1">
                <a:solidFill>
                  <a:srgbClr val="FFFFFF"/>
                </a:solidFill>
                <a:latin typeface="Poppins Medium"/>
                <a:ea typeface="Poppins Medium"/>
                <a:cs typeface="Poppins Medium"/>
                <a:sym typeface="Poppins Medium"/>
              </a:defRPr>
            </a:pPr>
            <a:r>
              <a:t>Project-1</a:t>
            </a:r>
            <a:endParaRPr sz="2800"/>
          </a:p>
          <a:p>
            <a:pPr indent="7938" algn="ctr">
              <a:tabLst>
                <a:tab pos="1257300" algn="l"/>
                <a:tab pos="1765300" algn="l"/>
                <a:tab pos="4559300" algn="l"/>
              </a:tabLst>
              <a:defRPr sz="6000" b="1">
                <a:solidFill>
                  <a:srgbClr val="FFFFFF"/>
                </a:solidFill>
                <a:latin typeface="Poppins Light"/>
                <a:ea typeface="Poppins Light"/>
                <a:cs typeface="Poppins Light"/>
                <a:sym typeface="Poppins Light"/>
              </a:defRPr>
            </a:pPr>
            <a:r>
              <a:t>2024-2025</a:t>
            </a:r>
          </a:p>
        </p:txBody>
      </p:sp>
      <p:pic>
        <p:nvPicPr>
          <p:cNvPr id="99" name="Group 8" descr="Group 8"/>
          <p:cNvPicPr>
            <a:picLocks noChangeAspect="1"/>
          </p:cNvPicPr>
          <p:nvPr/>
        </p:nvPicPr>
        <p:blipFill>
          <a:blip r:embed="rId3"/>
          <a:stretch>
            <a:fillRect/>
          </a:stretch>
        </p:blipFill>
        <p:spPr>
          <a:xfrm>
            <a:off x="10096500" y="5994400"/>
            <a:ext cx="2044700" cy="800100"/>
          </a:xfrm>
          <a:prstGeom prst="rect">
            <a:avLst/>
          </a:prstGeom>
          <a:ln w="12700">
            <a:miter lim="400000"/>
          </a:ln>
        </p:spPr>
      </p:pic>
      <p:sp>
        <p:nvSpPr>
          <p:cNvPr id="100" name="TextBox 1"/>
          <p:cNvSpPr txBox="1"/>
          <p:nvPr/>
        </p:nvSpPr>
        <p:spPr>
          <a:xfrm>
            <a:off x="9027794" y="4483100"/>
            <a:ext cx="2884938" cy="13234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2000" b="1">
                <a:solidFill>
                  <a:srgbClr val="FFFFFF"/>
                </a:solidFill>
                <a:latin typeface="Poopins "/>
                <a:ea typeface="Poopins "/>
                <a:cs typeface="Poopins "/>
                <a:sym typeface="Poopins "/>
              </a:defRPr>
            </a:pPr>
            <a:r>
              <a:rPr dirty="0"/>
              <a:t>By-</a:t>
            </a:r>
            <a:endParaRPr sz="2800" dirty="0"/>
          </a:p>
          <a:p>
            <a:pPr>
              <a:defRPr sz="2000" b="1">
                <a:solidFill>
                  <a:srgbClr val="FFFFFF"/>
                </a:solidFill>
                <a:latin typeface="Poopins "/>
                <a:ea typeface="Poopins "/>
                <a:cs typeface="Poopins "/>
                <a:sym typeface="Poopins "/>
              </a:defRPr>
            </a:pPr>
            <a:r>
              <a:rPr dirty="0"/>
              <a:t>       </a:t>
            </a:r>
            <a:r>
              <a:rPr lang="en-US" dirty="0"/>
              <a:t>Tanishq Solanki</a:t>
            </a:r>
            <a:endParaRPr sz="2800" dirty="0"/>
          </a:p>
          <a:p>
            <a:pPr>
              <a:defRPr sz="2000" b="1">
                <a:solidFill>
                  <a:srgbClr val="FFFFFF"/>
                </a:solidFill>
                <a:latin typeface="Poopins "/>
                <a:ea typeface="Poopins "/>
                <a:cs typeface="Poopins "/>
                <a:sym typeface="Poopins "/>
              </a:defRPr>
            </a:pPr>
            <a:r>
              <a:rPr dirty="0"/>
              <a:t>       </a:t>
            </a:r>
            <a:r>
              <a:rPr lang="en-US" dirty="0"/>
              <a:t>Vishal Patel</a:t>
            </a:r>
            <a:endParaRPr sz="2800" dirty="0"/>
          </a:p>
          <a:p>
            <a:pPr>
              <a:defRPr sz="2000" b="1">
                <a:solidFill>
                  <a:srgbClr val="FFFFFF"/>
                </a:solidFill>
                <a:latin typeface="Poopins "/>
                <a:ea typeface="Poopins "/>
                <a:cs typeface="Poopins "/>
                <a:sym typeface="Poopins "/>
              </a:defRPr>
            </a:pPr>
            <a:r>
              <a:rPr dirty="0"/>
              <a:t>       </a:t>
            </a:r>
            <a:r>
              <a:rPr lang="en-US" dirty="0" err="1"/>
              <a:t>Sidhavardhan</a:t>
            </a:r>
            <a:r>
              <a:rPr lang="en-US" dirty="0"/>
              <a:t> Singh</a:t>
            </a:r>
            <a:r>
              <a:rPr dirty="0"/>
              <a:t>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Google Shape;103;p2" descr="Google Shape;103;p2"/>
          <p:cNvPicPr>
            <a:picLocks noChangeAspect="1"/>
          </p:cNvPicPr>
          <p:nvPr/>
        </p:nvPicPr>
        <p:blipFill>
          <a:blip r:embed="rId2"/>
          <a:srcRect b="15625"/>
          <a:stretch>
            <a:fillRect/>
          </a:stretch>
        </p:blipFill>
        <p:spPr>
          <a:xfrm>
            <a:off x="0" y="0"/>
            <a:ext cx="12192000" cy="6858000"/>
          </a:xfrm>
          <a:prstGeom prst="rect">
            <a:avLst/>
          </a:prstGeom>
          <a:ln w="12700">
            <a:miter lim="400000"/>
          </a:ln>
        </p:spPr>
      </p:pic>
      <p:sp>
        <p:nvSpPr>
          <p:cNvPr id="103" name="TextBox 7"/>
          <p:cNvSpPr txBox="1"/>
          <p:nvPr/>
        </p:nvSpPr>
        <p:spPr>
          <a:xfrm>
            <a:off x="1939752" y="257545"/>
            <a:ext cx="8522336"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indent="7938" algn="ctr">
              <a:tabLst>
                <a:tab pos="1257300" algn="l"/>
                <a:tab pos="1765300" algn="l"/>
                <a:tab pos="4559300" algn="l"/>
              </a:tabLst>
              <a:defRPr sz="4800" b="1">
                <a:solidFill>
                  <a:srgbClr val="FFFFFF"/>
                </a:solidFill>
                <a:latin typeface="Poopins medium"/>
                <a:ea typeface="Poopins medium"/>
                <a:cs typeface="Poopins medium"/>
                <a:sym typeface="Poopins medium"/>
              </a:defRPr>
            </a:pPr>
            <a:r>
              <a:rPr lang="en-US" sz="3600" dirty="0">
                <a:latin typeface="Poppins"/>
                <a:ea typeface="Poppins"/>
                <a:cs typeface="Poppins"/>
                <a:sym typeface="Poppins"/>
              </a:rPr>
              <a:t>ULTRASONIC RADAR SYSTEM</a:t>
            </a:r>
            <a:endParaRPr sz="3600" dirty="0">
              <a:latin typeface="Poppins"/>
              <a:ea typeface="Poppins"/>
              <a:cs typeface="Poppins"/>
              <a:sym typeface="Poppins"/>
            </a:endParaRPr>
          </a:p>
        </p:txBody>
      </p:sp>
      <p:pic>
        <p:nvPicPr>
          <p:cNvPr id="104" name="Group 8" descr="Group 8"/>
          <p:cNvPicPr>
            <a:picLocks noChangeAspect="1"/>
          </p:cNvPicPr>
          <p:nvPr/>
        </p:nvPicPr>
        <p:blipFill>
          <a:blip r:embed="rId3"/>
          <a:stretch>
            <a:fillRect/>
          </a:stretch>
        </p:blipFill>
        <p:spPr>
          <a:xfrm>
            <a:off x="10096500" y="5994400"/>
            <a:ext cx="2044700" cy="800100"/>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itle 1"/>
          <p:cNvSpPr txBox="1">
            <a:spLocks noGrp="1"/>
          </p:cNvSpPr>
          <p:nvPr>
            <p:ph type="title"/>
          </p:nvPr>
        </p:nvSpPr>
        <p:spPr>
          <a:xfrm>
            <a:off x="838200" y="365124"/>
            <a:ext cx="10515600" cy="674690"/>
          </a:xfrm>
          <a:prstGeom prst="rect">
            <a:avLst/>
          </a:prstGeom>
        </p:spPr>
        <p:txBody>
          <a:bodyPr/>
          <a:lstStyle>
            <a:lvl1pPr defTabSz="868680">
              <a:defRPr sz="3800"/>
            </a:lvl1pPr>
          </a:lstStyle>
          <a:p>
            <a:r>
              <a:t>Contents </a:t>
            </a:r>
          </a:p>
        </p:txBody>
      </p:sp>
      <p:sp>
        <p:nvSpPr>
          <p:cNvPr id="107" name="Content Placeholder 2"/>
          <p:cNvSpPr txBox="1">
            <a:spLocks noGrp="1"/>
          </p:cNvSpPr>
          <p:nvPr>
            <p:ph type="body" idx="1"/>
          </p:nvPr>
        </p:nvSpPr>
        <p:spPr>
          <a:xfrm>
            <a:off x="838200" y="1401762"/>
            <a:ext cx="10515600" cy="4592639"/>
          </a:xfrm>
          <a:prstGeom prst="rect">
            <a:avLst/>
          </a:prstGeom>
        </p:spPr>
        <p:txBody>
          <a:bodyPr/>
          <a:lstStyle/>
          <a:p>
            <a:pPr algn="just">
              <a:defRPr>
                <a:latin typeface="Poppins "/>
                <a:ea typeface="Poppins "/>
                <a:cs typeface="Poppins "/>
                <a:sym typeface="Poppins "/>
              </a:defRPr>
            </a:pPr>
            <a:r>
              <a:rPr dirty="0"/>
              <a:t>Abstract</a:t>
            </a:r>
          </a:p>
          <a:p>
            <a:pPr algn="just">
              <a:defRPr>
                <a:latin typeface="Poppins "/>
                <a:ea typeface="Poppins "/>
                <a:cs typeface="Poppins "/>
                <a:sym typeface="Poppins "/>
              </a:defRPr>
            </a:pPr>
            <a:r>
              <a:rPr dirty="0"/>
              <a:t>Problem Statement</a:t>
            </a:r>
          </a:p>
          <a:p>
            <a:pPr algn="just">
              <a:defRPr>
                <a:latin typeface="Poppins "/>
                <a:ea typeface="Poppins "/>
                <a:cs typeface="Poppins "/>
                <a:sym typeface="Poppins "/>
              </a:defRPr>
            </a:pPr>
            <a:r>
              <a:rPr dirty="0"/>
              <a:t>Technologies Used</a:t>
            </a:r>
          </a:p>
          <a:p>
            <a:pPr algn="just">
              <a:defRPr>
                <a:latin typeface="Poppins "/>
                <a:ea typeface="Poppins "/>
                <a:cs typeface="Poppins "/>
                <a:sym typeface="Poppins "/>
              </a:defRPr>
            </a:pPr>
            <a:r>
              <a:rPr dirty="0"/>
              <a:t>Software Requirements Specification</a:t>
            </a:r>
          </a:p>
          <a:p>
            <a:pPr marL="685800" lvl="1" indent="-228600" algn="just">
              <a:spcBef>
                <a:spcPts val="500"/>
              </a:spcBef>
              <a:buFont typeface="Courier New"/>
              <a:defRPr sz="2400">
                <a:latin typeface="Poppins"/>
                <a:ea typeface="Poppins"/>
                <a:cs typeface="Poppins"/>
                <a:sym typeface="Poppins"/>
              </a:defRPr>
            </a:pPr>
            <a:r>
              <a:rPr dirty="0"/>
              <a:t>System Features</a:t>
            </a:r>
            <a:endParaRPr dirty="0">
              <a:latin typeface="Avenir LT Pro 65 Medium"/>
              <a:ea typeface="Avenir LT Pro 65 Medium"/>
              <a:cs typeface="Avenir LT Pro 65 Medium"/>
              <a:sym typeface="Avenir LT Pro 65 Medium"/>
            </a:endParaRPr>
          </a:p>
          <a:p>
            <a:pPr marL="685800" lvl="1" indent="-228600" algn="just">
              <a:spcBef>
                <a:spcPts val="500"/>
              </a:spcBef>
              <a:buFont typeface="Courier New"/>
              <a:defRPr sz="2400">
                <a:latin typeface="Poppins"/>
                <a:ea typeface="Poppins"/>
                <a:cs typeface="Poppins"/>
                <a:sym typeface="Poppins"/>
              </a:defRPr>
            </a:pPr>
            <a:r>
              <a:rPr lang="en-US" sz="2800" dirty="0">
                <a:latin typeface="Avenir LT Pro 65 Medium"/>
                <a:ea typeface="Avenir LT Pro 65 Medium"/>
                <a:cs typeface="Avenir LT Pro 65 Medium"/>
                <a:sym typeface="Avenir LT Pro 65 Medium"/>
              </a:rPr>
              <a:t>Design Implementation</a:t>
            </a:r>
            <a:endParaRPr sz="2800" dirty="0">
              <a:latin typeface="Avenir LT Pro 65 Medium"/>
              <a:ea typeface="Avenir LT Pro 65 Medium"/>
              <a:cs typeface="Avenir LT Pro 65 Medium"/>
              <a:sym typeface="Avenir LT Pro 65 Medium"/>
            </a:endParaRPr>
          </a:p>
          <a:p>
            <a:pPr marL="685800" lvl="1" indent="-228600" algn="just">
              <a:spcBef>
                <a:spcPts val="500"/>
              </a:spcBef>
              <a:buFont typeface="Courier New"/>
              <a:defRPr sz="2400">
                <a:latin typeface="Poppins"/>
                <a:ea typeface="Poppins"/>
                <a:cs typeface="Poppins"/>
                <a:sym typeface="Poppins"/>
              </a:defRPr>
            </a:pPr>
            <a:r>
              <a:rPr dirty="0"/>
              <a:t>Functional Requirements</a:t>
            </a:r>
            <a:endParaRPr dirty="0">
              <a:latin typeface="Avenir LT Pro 65 Medium"/>
              <a:ea typeface="Avenir LT Pro 65 Medium"/>
              <a:cs typeface="Avenir LT Pro 65 Medium"/>
              <a:sym typeface="Avenir LT Pro 65 Medium"/>
            </a:endParaRPr>
          </a:p>
          <a:p>
            <a:pPr marL="685800" lvl="1" indent="-228600" algn="just">
              <a:spcBef>
                <a:spcPts val="500"/>
              </a:spcBef>
              <a:buFont typeface="Courier New"/>
              <a:defRPr sz="2400">
                <a:latin typeface="Poppins"/>
                <a:ea typeface="Poppins"/>
                <a:cs typeface="Poppins"/>
                <a:sym typeface="Poppins"/>
              </a:defRPr>
            </a:pPr>
            <a:r>
              <a:rPr dirty="0"/>
              <a:t>Non Functional Requirements</a:t>
            </a:r>
            <a:endParaRPr dirty="0">
              <a:latin typeface="Avenir LT Pro 65 Medium"/>
              <a:ea typeface="Avenir LT Pro 65 Medium"/>
              <a:cs typeface="Avenir LT Pro 65 Medium"/>
              <a:sym typeface="Avenir LT Pro 65 Medium"/>
            </a:endParaRPr>
          </a:p>
          <a:p>
            <a:pPr marL="219456" indent="-219456" algn="just">
              <a:defRPr>
                <a:latin typeface="Poppins "/>
                <a:ea typeface="Poppins "/>
                <a:cs typeface="Poppins "/>
                <a:sym typeface="Poppins "/>
              </a:defRPr>
            </a:pPr>
            <a:r>
              <a:rPr sz="2400" dirty="0">
                <a:latin typeface="Avenir LT Pro 65 Medium"/>
                <a:ea typeface="Avenir LT Pro 65 Medium"/>
                <a:cs typeface="Avenir LT Pro 65 Medium"/>
                <a:sym typeface="Avenir LT Pro 65 Medium"/>
              </a:rPr>
              <a:t>Activity </a:t>
            </a:r>
            <a:r>
              <a:rPr dirty="0"/>
              <a:t>Diagrams</a:t>
            </a:r>
          </a:p>
          <a:p>
            <a:pPr algn="just">
              <a:defRPr>
                <a:latin typeface="Poppins "/>
                <a:ea typeface="Poppins "/>
                <a:cs typeface="Poppins "/>
                <a:sym typeface="Poppins "/>
              </a:defRPr>
            </a:pPr>
            <a:r>
              <a:rPr dirty="0"/>
              <a:t>Conclusion</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3"/>
          <p:cNvSpPr/>
          <p:nvPr/>
        </p:nvSpPr>
        <p:spPr>
          <a:xfrm>
            <a:off x="0" y="6430962"/>
            <a:ext cx="12192000" cy="457201"/>
          </a:xfrm>
          <a:prstGeom prst="rect">
            <a:avLst/>
          </a:prstGeom>
          <a:solidFill>
            <a:srgbClr val="A32837"/>
          </a:solidFill>
          <a:ln w="12700">
            <a:miter lim="400000"/>
          </a:ln>
        </p:spPr>
        <p:txBody>
          <a:bodyPr lIns="45719" rIns="45719" anchor="ctr"/>
          <a:lstStyle/>
          <a:p>
            <a:pPr algn="ctr">
              <a:defRPr sz="1200">
                <a:solidFill>
                  <a:srgbClr val="FFFFFF"/>
                </a:solidFill>
              </a:defRPr>
            </a:pPr>
            <a:endParaRPr/>
          </a:p>
        </p:txBody>
      </p:sp>
      <p:pic>
        <p:nvPicPr>
          <p:cNvPr id="110" name="Group 4" descr="Group 4"/>
          <p:cNvPicPr>
            <a:picLocks noChangeAspect="1"/>
          </p:cNvPicPr>
          <p:nvPr/>
        </p:nvPicPr>
        <p:blipFill>
          <a:blip r:embed="rId2"/>
          <a:stretch>
            <a:fillRect/>
          </a:stretch>
        </p:blipFill>
        <p:spPr>
          <a:xfrm>
            <a:off x="10096500" y="5994400"/>
            <a:ext cx="2044700" cy="800100"/>
          </a:xfrm>
          <a:prstGeom prst="rect">
            <a:avLst/>
          </a:prstGeom>
          <a:ln w="12700">
            <a:miter lim="400000"/>
          </a:ln>
        </p:spPr>
      </p:pic>
      <p:sp>
        <p:nvSpPr>
          <p:cNvPr id="111" name="TextBox 8"/>
          <p:cNvSpPr txBox="1"/>
          <p:nvPr/>
        </p:nvSpPr>
        <p:spPr>
          <a:xfrm>
            <a:off x="323533" y="396875"/>
            <a:ext cx="12100561" cy="701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4000" b="1">
                <a:solidFill>
                  <a:srgbClr val="A32837"/>
                </a:solidFill>
                <a:latin typeface="Poppins Medium"/>
                <a:ea typeface="Poppins Medium"/>
                <a:cs typeface="Poppins Medium"/>
                <a:sym typeface="Poppins Medium"/>
              </a:defRPr>
            </a:lvl1pPr>
          </a:lstStyle>
          <a:p>
            <a:r>
              <a:t>Abstract</a:t>
            </a:r>
          </a:p>
        </p:txBody>
      </p:sp>
      <p:sp>
        <p:nvSpPr>
          <p:cNvPr id="112" name="TextBox 9"/>
          <p:cNvSpPr txBox="1"/>
          <p:nvPr/>
        </p:nvSpPr>
        <p:spPr>
          <a:xfrm>
            <a:off x="323532" y="1417637"/>
            <a:ext cx="11279824" cy="48936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marL="342900" indent="-342900" algn="just">
              <a:buClr>
                <a:srgbClr val="800000"/>
              </a:buClr>
              <a:buSzPct val="100000"/>
              <a:buChar char="❖"/>
              <a:defRPr sz="2400">
                <a:latin typeface="Poppins"/>
                <a:ea typeface="Poppins"/>
                <a:cs typeface="Poppins"/>
                <a:sym typeface="Poppins"/>
              </a:defRPr>
            </a:lvl1pPr>
          </a:lstStyle>
          <a:p>
            <a:r>
              <a:rPr lang="en-US" dirty="0">
                <a:effectLst/>
                <a:latin typeface="Calibri" panose="020F0502020204030204" pitchFamily="34" charset="0"/>
                <a:ea typeface="Calibri" panose="020F0502020204030204" pitchFamily="34" charset="0"/>
              </a:rPr>
              <a:t>The application of radio detection and ranging in different places such as military installation, commercial use is done with the help of RADAR SYSTEM which uses electromagnetic waves for detection of different physical components such as distance speed, position, range, direction, size </a:t>
            </a:r>
            <a:r>
              <a:rPr lang="en-US" dirty="0" err="1">
                <a:effectLst/>
                <a:latin typeface="Calibri" panose="020F0502020204030204" pitchFamily="34" charset="0"/>
                <a:ea typeface="Calibri" panose="020F0502020204030204" pitchFamily="34" charset="0"/>
              </a:rPr>
              <a:t>etc</a:t>
            </a:r>
            <a:r>
              <a:rPr lang="en-US" dirty="0">
                <a:effectLst/>
                <a:latin typeface="Calibri" panose="020F0502020204030204" pitchFamily="34" charset="0"/>
                <a:ea typeface="Calibri" panose="020F0502020204030204" pitchFamily="34" charset="0"/>
              </a:rPr>
              <a:t> which can be either fixed or be in motion. Use of radar system has been developed greatly specially in field of navigation. In this research we study about existing navigation technologies and proposed an Arduino based radar system . It has advantage over other radar system as kit reduces power consumption and connect programmer to wide range or Arduino programmers and open source code. The system consist a basic ultrasonic sensor placed upon a servo motor which rotates at a certain angle and speed. This ultrasonic sensor is connected to Arduino digital input output pins and servo motor also connected to digital input output pins. KEYWORDS- Arduino, Ultrasonic sensor, Servo motor, Simulation,</a:t>
            </a:r>
            <a:endParaRPr lang="en-IN" dirty="0">
              <a:effectLst/>
              <a:latin typeface="Calibri" panose="020F0502020204030204" pitchFamily="34" charset="0"/>
              <a:ea typeface="Calibri" panose="020F0502020204030204" pitchFamily="34" charset="0"/>
            </a:endParaRPr>
          </a:p>
          <a:p>
            <a:endParaRPr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3"/>
          <p:cNvSpPr/>
          <p:nvPr/>
        </p:nvSpPr>
        <p:spPr>
          <a:xfrm>
            <a:off x="0" y="6430962"/>
            <a:ext cx="12192000" cy="457201"/>
          </a:xfrm>
          <a:prstGeom prst="rect">
            <a:avLst/>
          </a:prstGeom>
          <a:solidFill>
            <a:srgbClr val="A32837"/>
          </a:solidFill>
          <a:ln w="12700">
            <a:miter lim="400000"/>
          </a:ln>
        </p:spPr>
        <p:txBody>
          <a:bodyPr lIns="45719" rIns="45719" anchor="ctr"/>
          <a:lstStyle/>
          <a:p>
            <a:pPr algn="ctr">
              <a:defRPr sz="1200">
                <a:solidFill>
                  <a:srgbClr val="FFFFFF"/>
                </a:solidFill>
              </a:defRPr>
            </a:pPr>
            <a:endParaRPr/>
          </a:p>
        </p:txBody>
      </p:sp>
      <p:pic>
        <p:nvPicPr>
          <p:cNvPr id="115" name="Group 4" descr="Group 4"/>
          <p:cNvPicPr>
            <a:picLocks noChangeAspect="1"/>
          </p:cNvPicPr>
          <p:nvPr/>
        </p:nvPicPr>
        <p:blipFill>
          <a:blip r:embed="rId2"/>
          <a:stretch>
            <a:fillRect/>
          </a:stretch>
        </p:blipFill>
        <p:spPr>
          <a:xfrm>
            <a:off x="10096500" y="5994400"/>
            <a:ext cx="2044700" cy="800100"/>
          </a:xfrm>
          <a:prstGeom prst="rect">
            <a:avLst/>
          </a:prstGeom>
          <a:ln w="12700">
            <a:miter lim="400000"/>
          </a:ln>
        </p:spPr>
      </p:pic>
      <p:sp>
        <p:nvSpPr>
          <p:cNvPr id="116" name="TextBox 8"/>
          <p:cNvSpPr txBox="1"/>
          <p:nvPr/>
        </p:nvSpPr>
        <p:spPr>
          <a:xfrm>
            <a:off x="323533" y="396875"/>
            <a:ext cx="12287886" cy="701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4000" b="1">
                <a:solidFill>
                  <a:srgbClr val="A32837"/>
                </a:solidFill>
                <a:latin typeface="Poppins Medium"/>
                <a:ea typeface="Poppins Medium"/>
                <a:cs typeface="Poppins Medium"/>
                <a:sym typeface="Poppins Medium"/>
              </a:defRPr>
            </a:lvl1pPr>
          </a:lstStyle>
          <a:p>
            <a:r>
              <a:t>Problem Statement</a:t>
            </a:r>
          </a:p>
        </p:txBody>
      </p:sp>
      <p:sp>
        <p:nvSpPr>
          <p:cNvPr id="117" name="TextBox 9"/>
          <p:cNvSpPr txBox="1"/>
          <p:nvPr/>
        </p:nvSpPr>
        <p:spPr>
          <a:xfrm>
            <a:off x="323533" y="1372186"/>
            <a:ext cx="11259186" cy="56323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buFont typeface="+mj-lt"/>
              <a:buAutoNum type="arabicPeriod"/>
            </a:pPr>
            <a:r>
              <a:rPr lang="en-US" sz="2800" b="1" dirty="0"/>
              <a:t>Detection Range</a:t>
            </a:r>
            <a:r>
              <a:rPr lang="en-US" sz="2800" dirty="0"/>
              <a:t>: The system should detect objects within a specified range (e.g., 0.1 to 5 meters) with a high level of accuracy.</a:t>
            </a:r>
          </a:p>
          <a:p>
            <a:pPr>
              <a:buFont typeface="+mj-lt"/>
              <a:buAutoNum type="arabicPeriod"/>
            </a:pPr>
            <a:r>
              <a:rPr lang="en-US" sz="2800" b="1" dirty="0"/>
              <a:t>Environmental Adaptability</a:t>
            </a:r>
            <a:r>
              <a:rPr lang="en-US" sz="2800" dirty="0"/>
              <a:t>: The system must function effectively in different environments (e.g., indoors, outdoors, in the presence of noise).</a:t>
            </a:r>
          </a:p>
          <a:p>
            <a:pPr>
              <a:buFont typeface="+mj-lt"/>
              <a:buAutoNum type="arabicPeriod"/>
            </a:pPr>
            <a:r>
              <a:rPr lang="en-US" sz="2800" b="1" dirty="0"/>
              <a:t>Real-Time Processing</a:t>
            </a:r>
            <a:r>
              <a:rPr lang="en-US" sz="2800" dirty="0"/>
              <a:t>: The system should process incoming signals and provide distance measurements in real time, with minimal latency.</a:t>
            </a:r>
          </a:p>
          <a:p>
            <a:pPr>
              <a:buFont typeface="+mj-lt"/>
              <a:buAutoNum type="arabicPeriod"/>
            </a:pPr>
            <a:r>
              <a:rPr lang="en-US" sz="2800" b="1" dirty="0"/>
              <a:t>False Alarm Reduction</a:t>
            </a:r>
            <a:r>
              <a:rPr lang="en-US" sz="2800" dirty="0"/>
              <a:t>: Implement algorithms to minimize false detections caused by environmental noise or other interferences.</a:t>
            </a:r>
          </a:p>
          <a:p>
            <a:pPr>
              <a:buFont typeface="+mj-lt"/>
              <a:buAutoNum type="arabicPeriod"/>
            </a:pPr>
            <a:r>
              <a:rPr lang="en-US" sz="2800" b="1" dirty="0"/>
              <a:t>Power Efficiency</a:t>
            </a:r>
            <a:r>
              <a:rPr lang="en-US" sz="2800" dirty="0"/>
              <a:t>: The system should be designed for low power consumption to ensure longer operational periods, particularly in battery-powered applications.</a:t>
            </a:r>
          </a:p>
          <a:p>
            <a:endParaRPr lang="en-US" sz="2800" b="1" dirty="0"/>
          </a:p>
          <a:p>
            <a:pPr marL="342900" indent="-342900" algn="just">
              <a:buClr>
                <a:srgbClr val="800000"/>
              </a:buClr>
              <a:buSzPct val="100000"/>
              <a:buChar char="❖"/>
              <a:defRPr sz="2400" b="1">
                <a:latin typeface="Poppins"/>
                <a:ea typeface="Poppins"/>
                <a:cs typeface="Poppins"/>
                <a:sym typeface="Poppins"/>
              </a:defRPr>
            </a:pPr>
            <a:endParaRPr b="0"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itle 1"/>
          <p:cNvSpPr txBox="1">
            <a:spLocks noGrp="1"/>
          </p:cNvSpPr>
          <p:nvPr>
            <p:ph type="title"/>
          </p:nvPr>
        </p:nvSpPr>
        <p:spPr>
          <a:xfrm>
            <a:off x="485775" y="396874"/>
            <a:ext cx="10515600" cy="674690"/>
          </a:xfrm>
          <a:prstGeom prst="rect">
            <a:avLst/>
          </a:prstGeom>
        </p:spPr>
        <p:txBody>
          <a:bodyPr/>
          <a:lstStyle>
            <a:lvl1pPr defTabSz="868680">
              <a:defRPr sz="3800"/>
            </a:lvl1pPr>
          </a:lstStyle>
          <a:p>
            <a:r>
              <a:t>Technologies Used</a:t>
            </a:r>
          </a:p>
        </p:txBody>
      </p:sp>
      <p:sp>
        <p:nvSpPr>
          <p:cNvPr id="120" name="Content Placeholder 2"/>
          <p:cNvSpPr txBox="1">
            <a:spLocks noGrp="1"/>
          </p:cNvSpPr>
          <p:nvPr>
            <p:ph type="body" idx="1"/>
          </p:nvPr>
        </p:nvSpPr>
        <p:spPr>
          <a:xfrm>
            <a:off x="485775" y="1249362"/>
            <a:ext cx="10868025" cy="4954589"/>
          </a:xfrm>
          <a:prstGeom prst="rect">
            <a:avLst/>
          </a:prstGeom>
        </p:spPr>
        <p:txBody>
          <a:bodyPr/>
          <a:lstStyle/>
          <a:p>
            <a:pPr algn="just">
              <a:defRPr b="1">
                <a:latin typeface="Poppins "/>
                <a:ea typeface="Poppins "/>
                <a:cs typeface="Poppins "/>
                <a:sym typeface="Poppins "/>
              </a:defRPr>
            </a:pPr>
            <a:r>
              <a:rPr lang="en-IN" dirty="0"/>
              <a:t>Ultrasonic Transducers</a:t>
            </a:r>
            <a:endParaRPr b="0" dirty="0"/>
          </a:p>
          <a:p>
            <a:pPr algn="just">
              <a:defRPr>
                <a:latin typeface="Poppins "/>
                <a:ea typeface="Poppins "/>
                <a:cs typeface="Poppins "/>
                <a:sym typeface="Poppins "/>
              </a:defRPr>
            </a:pPr>
            <a:endParaRPr b="0" dirty="0"/>
          </a:p>
          <a:p>
            <a:pPr algn="just">
              <a:defRPr b="1">
                <a:latin typeface="Poppins "/>
                <a:ea typeface="Poppins "/>
                <a:cs typeface="Poppins "/>
                <a:sym typeface="Poppins "/>
              </a:defRPr>
            </a:pPr>
            <a:r>
              <a:rPr lang="en-IN" b="1" dirty="0"/>
              <a:t>Microcontrollers</a:t>
            </a:r>
          </a:p>
          <a:p>
            <a:pPr algn="just">
              <a:defRPr b="1">
                <a:latin typeface="Poppins "/>
                <a:ea typeface="Poppins "/>
                <a:cs typeface="Poppins "/>
                <a:sym typeface="Poppins "/>
              </a:defRPr>
            </a:pPr>
            <a:endParaRPr lang="en-IN" b="1" dirty="0"/>
          </a:p>
          <a:p>
            <a:pPr algn="just">
              <a:defRPr b="1">
                <a:latin typeface="Poppins "/>
                <a:ea typeface="Poppins "/>
                <a:cs typeface="Poppins "/>
                <a:sym typeface="Poppins "/>
              </a:defRPr>
            </a:pPr>
            <a:r>
              <a:rPr lang="en-IN" dirty="0"/>
              <a:t>Signal Processing Algorithms</a:t>
            </a:r>
            <a:endParaRPr lang="en-IN" b="1" dirty="0"/>
          </a:p>
          <a:p>
            <a:pPr algn="just">
              <a:defRPr b="1">
                <a:latin typeface="Poppins "/>
                <a:ea typeface="Poppins "/>
                <a:cs typeface="Poppins "/>
                <a:sym typeface="Poppins "/>
              </a:defRPr>
            </a:pPr>
            <a:endParaRPr lang="en-IN" b="1" dirty="0"/>
          </a:p>
          <a:p>
            <a:pPr algn="just">
              <a:defRPr b="1">
                <a:latin typeface="Poppins "/>
                <a:ea typeface="Poppins "/>
                <a:cs typeface="Poppins "/>
                <a:sym typeface="Poppins "/>
              </a:defRPr>
            </a:pPr>
            <a:r>
              <a:rPr lang="en-IN" dirty="0"/>
              <a:t>Power Supply Technologies</a:t>
            </a:r>
          </a:p>
          <a:p>
            <a:pPr algn="just">
              <a:defRPr b="1">
                <a:latin typeface="Poppins "/>
                <a:ea typeface="Poppins "/>
                <a:cs typeface="Poppins "/>
                <a:sym typeface="Poppins "/>
              </a:defRPr>
            </a:pPr>
            <a:endParaRPr lang="en-IN" b="1" dirty="0"/>
          </a:p>
          <a:p>
            <a:pPr algn="just">
              <a:defRPr b="1">
                <a:latin typeface="Poppins "/>
                <a:ea typeface="Poppins "/>
                <a:cs typeface="Poppins "/>
                <a:sym typeface="Poppins "/>
              </a:defRPr>
            </a:pPr>
            <a:r>
              <a:rPr lang="en-IN" dirty="0"/>
              <a:t>User Interface Components</a:t>
            </a:r>
            <a:endParaRPr lang="en-IN" b="1" dirty="0"/>
          </a:p>
          <a:p>
            <a:pPr algn="just">
              <a:defRPr b="1">
                <a:latin typeface="Poppins "/>
                <a:ea typeface="Poppins "/>
                <a:cs typeface="Poppins "/>
                <a:sym typeface="Poppins "/>
              </a:defRPr>
            </a:pPr>
            <a:endParaRPr b="0" dirty="0"/>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itle 1"/>
          <p:cNvSpPr txBox="1">
            <a:spLocks noGrp="1"/>
          </p:cNvSpPr>
          <p:nvPr>
            <p:ph type="title"/>
          </p:nvPr>
        </p:nvSpPr>
        <p:spPr>
          <a:xfrm>
            <a:off x="838200" y="365124"/>
            <a:ext cx="10515600" cy="674690"/>
          </a:xfrm>
          <a:prstGeom prst="rect">
            <a:avLst/>
          </a:prstGeom>
        </p:spPr>
        <p:txBody>
          <a:bodyPr/>
          <a:lstStyle>
            <a:lvl1pPr defTabSz="868680">
              <a:defRPr sz="3800">
                <a:latin typeface="Poppins "/>
                <a:ea typeface="Poppins "/>
                <a:cs typeface="Poppins "/>
                <a:sym typeface="Poppins "/>
              </a:defRPr>
            </a:lvl1pPr>
          </a:lstStyle>
          <a:p>
            <a:r>
              <a:t>Software Requirements Specification</a:t>
            </a:r>
          </a:p>
        </p:txBody>
      </p:sp>
      <p:sp>
        <p:nvSpPr>
          <p:cNvPr id="123" name="Content Placeholder 2"/>
          <p:cNvSpPr txBox="1">
            <a:spLocks noGrp="1"/>
          </p:cNvSpPr>
          <p:nvPr>
            <p:ph type="body" idx="1"/>
          </p:nvPr>
        </p:nvSpPr>
        <p:spPr>
          <a:xfrm>
            <a:off x="838200" y="1132681"/>
            <a:ext cx="10515600" cy="4852483"/>
          </a:xfrm>
          <a:prstGeom prst="rect">
            <a:avLst/>
          </a:prstGeom>
        </p:spPr>
        <p:txBody>
          <a:bodyPr>
            <a:normAutofit/>
          </a:bodyPr>
          <a:lstStyle/>
          <a:p>
            <a:pPr algn="just">
              <a:defRPr b="1">
                <a:latin typeface="Poppins "/>
                <a:ea typeface="Poppins "/>
                <a:cs typeface="Poppins "/>
                <a:sym typeface="Poppins "/>
              </a:defRPr>
            </a:pPr>
            <a:r>
              <a:rPr dirty="0"/>
              <a:t> </a:t>
            </a:r>
            <a:r>
              <a:rPr lang="en-US" dirty="0"/>
              <a:t>INTRODUCTION:</a:t>
            </a:r>
          </a:p>
          <a:p>
            <a:pPr marL="0" indent="0" algn="just">
              <a:buNone/>
              <a:defRPr b="1">
                <a:latin typeface="Poppins "/>
                <a:ea typeface="Poppins "/>
                <a:cs typeface="Poppins "/>
                <a:sym typeface="Poppins "/>
              </a:defRPr>
            </a:pPr>
            <a:endParaRPr dirty="0"/>
          </a:p>
          <a:p>
            <a:pPr algn="just">
              <a:defRPr b="1">
                <a:latin typeface="Poppins "/>
                <a:ea typeface="Poppins "/>
                <a:cs typeface="Poppins "/>
                <a:sym typeface="Poppins "/>
              </a:defRPr>
            </a:pPr>
            <a:endParaRPr lang="en-US" dirty="0"/>
          </a:p>
          <a:p>
            <a:pPr algn="just">
              <a:defRPr b="1">
                <a:latin typeface="Poppins "/>
                <a:ea typeface="Poppins "/>
                <a:cs typeface="Poppins "/>
                <a:sym typeface="Poppins "/>
              </a:defRPr>
            </a:pPr>
            <a:endParaRPr lang="en-IN" dirty="0"/>
          </a:p>
        </p:txBody>
      </p:sp>
      <p:pic>
        <p:nvPicPr>
          <p:cNvPr id="3" name="Picture 2">
            <a:extLst>
              <a:ext uri="{FF2B5EF4-FFF2-40B4-BE49-F238E27FC236}">
                <a16:creationId xmlns:a16="http://schemas.microsoft.com/office/drawing/2014/main" id="{1CAF117E-965D-0F00-DEA4-78EA00C00C64}"/>
              </a:ext>
            </a:extLst>
          </p:cNvPr>
          <p:cNvPicPr>
            <a:picLocks noChangeAspect="1"/>
          </p:cNvPicPr>
          <p:nvPr/>
        </p:nvPicPr>
        <p:blipFill>
          <a:blip r:embed="rId2"/>
          <a:stretch>
            <a:fillRect/>
          </a:stretch>
        </p:blipFill>
        <p:spPr>
          <a:xfrm>
            <a:off x="1229032" y="1533832"/>
            <a:ext cx="10412361" cy="4719483"/>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itle 1"/>
          <p:cNvSpPr txBox="1">
            <a:spLocks noGrp="1"/>
          </p:cNvSpPr>
          <p:nvPr>
            <p:ph type="title"/>
          </p:nvPr>
        </p:nvSpPr>
        <p:spPr>
          <a:xfrm>
            <a:off x="838200" y="403224"/>
            <a:ext cx="10515600" cy="674690"/>
          </a:xfrm>
          <a:prstGeom prst="rect">
            <a:avLst/>
          </a:prstGeom>
        </p:spPr>
        <p:txBody>
          <a:bodyPr/>
          <a:lstStyle>
            <a:lvl1pPr defTabSz="868680">
              <a:defRPr sz="3800"/>
            </a:lvl1pPr>
          </a:lstStyle>
          <a:p>
            <a:r>
              <a:rPr lang="en-US" dirty="0"/>
              <a:t>Design Implementation</a:t>
            </a:r>
            <a:endParaRPr dirty="0"/>
          </a:p>
        </p:txBody>
      </p:sp>
      <p:sp>
        <p:nvSpPr>
          <p:cNvPr id="126" name="Content Placeholder 2"/>
          <p:cNvSpPr txBox="1">
            <a:spLocks noGrp="1"/>
          </p:cNvSpPr>
          <p:nvPr>
            <p:ph type="body" idx="1"/>
          </p:nvPr>
        </p:nvSpPr>
        <p:spPr>
          <a:xfrm>
            <a:off x="838200" y="1401762"/>
            <a:ext cx="10515600" cy="4592639"/>
          </a:xfrm>
          <a:prstGeom prst="rect">
            <a:avLst/>
          </a:prstGeom>
        </p:spPr>
        <p:txBody>
          <a:bodyPr/>
          <a:lstStyle/>
          <a:p>
            <a:pPr>
              <a:lnSpc>
                <a:spcPct val="115000"/>
              </a:lnSpc>
              <a:spcAft>
                <a:spcPts val="1000"/>
              </a:spcAft>
            </a:pPr>
            <a:r>
              <a:rPr lang="en-US" sz="3600" b="1" dirty="0">
                <a:effectLst/>
                <a:latin typeface="Calibri" panose="020F0502020204030204" pitchFamily="34" charset="0"/>
                <a:ea typeface="Calibri" panose="020F0502020204030204" pitchFamily="34" charset="0"/>
              </a:rPr>
              <a:t>Hardware system design for Arduino</a:t>
            </a:r>
            <a:r>
              <a:rPr lang="en-US" sz="2400" b="1" dirty="0">
                <a:latin typeface="Calibri" panose="020F0502020204030204" pitchFamily="34" charset="0"/>
                <a:ea typeface="Calibri" panose="020F0502020204030204" pitchFamily="34" charset="0"/>
              </a:rPr>
              <a:t>:</a:t>
            </a:r>
            <a:r>
              <a:rPr lang="en-US" sz="2400" dirty="0">
                <a:effectLst/>
                <a:latin typeface="Calibri" panose="020F0502020204030204" pitchFamily="34" charset="0"/>
                <a:ea typeface="Calibri" panose="020F0502020204030204" pitchFamily="34" charset="0"/>
              </a:rPr>
              <a:t> </a:t>
            </a:r>
            <a:r>
              <a:rPr lang="en-US" sz="2400" dirty="0">
                <a:latin typeface="Calibri" panose="020F0502020204030204" pitchFamily="34" charset="0"/>
                <a:ea typeface="Calibri" panose="020F0502020204030204" pitchFamily="34" charset="0"/>
              </a:rPr>
              <a:t>H</a:t>
            </a:r>
            <a:r>
              <a:rPr lang="en-US" sz="2400" dirty="0">
                <a:effectLst/>
                <a:latin typeface="Calibri" panose="020F0502020204030204" pitchFamily="34" charset="0"/>
                <a:ea typeface="Calibri" panose="020F0502020204030204" pitchFamily="34" charset="0"/>
              </a:rPr>
              <a:t>ardware system consist of basically 3 components named as Arduino, servo-motor, and ultra-sonic sensor. Ultrasonic sensor is mounded upon a servo motor which helps it to move and provide it a turning mechanism. Both ultrasonic sensor and servo motor are controlled and powered by Arduino. As given in above figure 2 we can see both ultrasonic sensor and servo motor is powered by Arduino.</a:t>
            </a:r>
          </a:p>
          <a:p>
            <a:pPr>
              <a:lnSpc>
                <a:spcPct val="115000"/>
              </a:lnSpc>
              <a:spcAft>
                <a:spcPts val="1000"/>
              </a:spcAft>
            </a:pPr>
            <a:r>
              <a:rPr lang="en-US" sz="3600" b="1" dirty="0">
                <a:effectLst/>
                <a:latin typeface="Calibri" panose="020F0502020204030204" pitchFamily="34" charset="0"/>
                <a:ea typeface="Calibri" panose="020F0502020204030204" pitchFamily="34" charset="0"/>
              </a:rPr>
              <a:t>System circuit design:</a:t>
            </a:r>
            <a:endParaRPr lang="en-IN" sz="3600" b="1" dirty="0">
              <a:effectLst/>
              <a:latin typeface="Calibri" panose="020F0502020204030204" pitchFamily="34" charset="0"/>
              <a:ea typeface="Calibri" panose="020F0502020204030204" pitchFamily="34" charset="0"/>
            </a:endParaRPr>
          </a:p>
          <a:p>
            <a:pPr>
              <a:lnSpc>
                <a:spcPct val="115000"/>
              </a:lnSpc>
              <a:spcAft>
                <a:spcPts val="1000"/>
              </a:spcAft>
            </a:pPr>
            <a:endParaRPr lang="en-IN" sz="2400" dirty="0">
              <a:effectLst/>
              <a:latin typeface="Calibri" panose="020F0502020204030204" pitchFamily="34" charset="0"/>
              <a:ea typeface="Calibri" panose="020F0502020204030204" pitchFamily="34" charset="0"/>
            </a:endParaRPr>
          </a:p>
          <a:p>
            <a:pPr marL="0" indent="0" algn="just">
              <a:buNone/>
              <a:defRPr b="1"/>
            </a:pPr>
            <a:endParaRPr lang="en-IN" b="0"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
          <p:cNvSpPr txBox="1">
            <a:spLocks noGrp="1"/>
          </p:cNvSpPr>
          <p:nvPr>
            <p:ph type="title"/>
          </p:nvPr>
        </p:nvSpPr>
        <p:spPr>
          <a:xfrm flipV="1">
            <a:off x="739878" y="280076"/>
            <a:ext cx="10515600" cy="45719"/>
          </a:xfrm>
          <a:prstGeom prst="rect">
            <a:avLst/>
          </a:prstGeom>
        </p:spPr>
        <p:txBody>
          <a:bodyPr>
            <a:normAutofit fontScale="90000"/>
          </a:bodyPr>
          <a:lstStyle>
            <a:lvl1pPr defTabSz="868680">
              <a:defRPr sz="3800"/>
            </a:lvl1pPr>
          </a:lstStyle>
          <a:p>
            <a:r>
              <a:rPr lang="en-US" dirty="0"/>
              <a:t> </a:t>
            </a:r>
            <a:endParaRPr dirty="0"/>
          </a:p>
        </p:txBody>
      </p:sp>
      <p:sp>
        <p:nvSpPr>
          <p:cNvPr id="129" name="Content Placeholder 2"/>
          <p:cNvSpPr txBox="1">
            <a:spLocks noGrp="1"/>
          </p:cNvSpPr>
          <p:nvPr>
            <p:ph type="body" idx="1"/>
          </p:nvPr>
        </p:nvSpPr>
        <p:spPr>
          <a:xfrm>
            <a:off x="838200" y="206478"/>
            <a:ext cx="646471" cy="1238864"/>
          </a:xfrm>
          <a:prstGeom prst="rect">
            <a:avLst/>
          </a:prstGeom>
        </p:spPr>
        <p:txBody>
          <a:bodyPr/>
          <a:lstStyle/>
          <a:p>
            <a:pPr marL="0" indent="0" algn="just" defTabSz="868680">
              <a:spcBef>
                <a:spcPts val="900"/>
              </a:spcBef>
              <a:buNone/>
              <a:defRPr sz="2375" b="1"/>
            </a:pPr>
            <a:r>
              <a:rPr lang="en-US" b="0" dirty="0">
                <a:latin typeface="-webkit-standard"/>
                <a:ea typeface="-webkit-standard"/>
                <a:cs typeface="-webkit-standard"/>
                <a:sym typeface="-webkit-standard"/>
              </a:rPr>
              <a:t> </a:t>
            </a:r>
            <a:endParaRPr b="0" dirty="0">
              <a:latin typeface="-webkit-standard"/>
              <a:ea typeface="-webkit-standard"/>
              <a:cs typeface="-webkit-standard"/>
              <a:sym typeface="-webkit-standard"/>
            </a:endParaRPr>
          </a:p>
        </p:txBody>
      </p:sp>
      <p:pic>
        <p:nvPicPr>
          <p:cNvPr id="2" name="Picture 1">
            <a:extLst>
              <a:ext uri="{FF2B5EF4-FFF2-40B4-BE49-F238E27FC236}">
                <a16:creationId xmlns:a16="http://schemas.microsoft.com/office/drawing/2014/main" id="{D3186C92-FF0A-5A1E-97E5-C9BEFC1CA5D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70645" y="947379"/>
            <a:ext cx="7986078" cy="4657008"/>
          </a:xfrm>
          <a:prstGeom prst="rect">
            <a:avLst/>
          </a:prstGeom>
          <a:noFill/>
          <a:ln>
            <a:noFill/>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itle 1"/>
          <p:cNvSpPr txBox="1">
            <a:spLocks noGrp="1"/>
          </p:cNvSpPr>
          <p:nvPr>
            <p:ph type="title"/>
          </p:nvPr>
        </p:nvSpPr>
        <p:spPr>
          <a:xfrm>
            <a:off x="838200" y="365124"/>
            <a:ext cx="10515600" cy="674690"/>
          </a:xfrm>
          <a:prstGeom prst="rect">
            <a:avLst/>
          </a:prstGeom>
        </p:spPr>
        <p:txBody>
          <a:bodyPr/>
          <a:lstStyle>
            <a:lvl1pPr defTabSz="868680">
              <a:defRPr sz="3800"/>
            </a:lvl1pPr>
          </a:lstStyle>
          <a:p>
            <a:r>
              <a:rPr lang="en-US" dirty="0"/>
              <a:t> </a:t>
            </a:r>
            <a:endParaRPr dirty="0"/>
          </a:p>
        </p:txBody>
      </p:sp>
      <p:sp>
        <p:nvSpPr>
          <p:cNvPr id="132" name="Content Placeholder 2"/>
          <p:cNvSpPr txBox="1">
            <a:spLocks noGrp="1"/>
          </p:cNvSpPr>
          <p:nvPr>
            <p:ph type="body" idx="1"/>
          </p:nvPr>
        </p:nvSpPr>
        <p:spPr>
          <a:xfrm>
            <a:off x="599768" y="196646"/>
            <a:ext cx="11071122" cy="5797756"/>
          </a:xfrm>
          <a:prstGeom prst="rect">
            <a:avLst/>
          </a:prstGeom>
        </p:spPr>
        <p:txBody>
          <a:bodyPr/>
          <a:lstStyle/>
          <a:p>
            <a:pPr marL="0" indent="0" algn="just">
              <a:buSzTx/>
              <a:buNone/>
            </a:pPr>
            <a:r>
              <a:rPr lang="en-US" sz="3200" b="1" dirty="0">
                <a:effectLst/>
                <a:latin typeface="Calibri" panose="020F0502020204030204" pitchFamily="34" charset="0"/>
                <a:ea typeface="Calibri" panose="020F0502020204030204" pitchFamily="34" charset="0"/>
              </a:rPr>
              <a:t>System circuit implementation on bread board </a:t>
            </a:r>
            <a:endParaRPr lang="en-IN" sz="3200" b="1" dirty="0">
              <a:effectLst/>
              <a:latin typeface="Calibri" panose="020F0502020204030204" pitchFamily="34" charset="0"/>
              <a:ea typeface="Calibri" panose="020F0502020204030204" pitchFamily="34" charset="0"/>
            </a:endParaRPr>
          </a:p>
          <a:p>
            <a:pPr marL="0" indent="0" algn="just">
              <a:buSzTx/>
              <a:buFont typeface="Wingdings"/>
              <a:buNone/>
            </a:pPr>
            <a:endParaRPr dirty="0">
              <a:latin typeface="-webkit-standard"/>
              <a:ea typeface="-webkit-standard"/>
              <a:cs typeface="-webkit-standard"/>
              <a:sym typeface="-webkit-standard"/>
            </a:endParaRPr>
          </a:p>
        </p:txBody>
      </p:sp>
      <p:pic>
        <p:nvPicPr>
          <p:cNvPr id="2" name="Picture 1">
            <a:extLst>
              <a:ext uri="{FF2B5EF4-FFF2-40B4-BE49-F238E27FC236}">
                <a16:creationId xmlns:a16="http://schemas.microsoft.com/office/drawing/2014/main" id="{AD537036-AA7A-3D02-2D2D-1635352EBFF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25678" y="626283"/>
            <a:ext cx="8573728" cy="5292736"/>
          </a:xfrm>
          <a:prstGeom prst="rect">
            <a:avLst/>
          </a:prstGeom>
          <a:noFill/>
          <a:ln>
            <a:noFill/>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6214-9F16-66D3-69BD-A2A2D327A73A}"/>
              </a:ext>
            </a:extLst>
          </p:cNvPr>
          <p:cNvSpPr>
            <a:spLocks noGrp="1"/>
          </p:cNvSpPr>
          <p:nvPr>
            <p:ph type="title"/>
          </p:nvPr>
        </p:nvSpPr>
        <p:spPr/>
        <p:txBody>
          <a:bodyPr/>
          <a:lstStyle/>
          <a:p>
            <a:r>
              <a:rPr lang="en-US" dirty="0"/>
              <a:t>WORKING</a:t>
            </a:r>
            <a:endParaRPr lang="en-IN" dirty="0"/>
          </a:p>
        </p:txBody>
      </p:sp>
      <p:sp>
        <p:nvSpPr>
          <p:cNvPr id="3" name="Text Placeholder 2">
            <a:extLst>
              <a:ext uri="{FF2B5EF4-FFF2-40B4-BE49-F238E27FC236}">
                <a16:creationId xmlns:a16="http://schemas.microsoft.com/office/drawing/2014/main" id="{86A19B3F-9DD8-DE04-3066-EDB798453A0D}"/>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rPr>
              <a:t> </a:t>
            </a:r>
            <a:r>
              <a:rPr lang="en-US" sz="2400" dirty="0">
                <a:effectLst/>
                <a:latin typeface="Calibri" panose="020F0502020204030204" pitchFamily="34" charset="0"/>
                <a:ea typeface="Calibri" panose="020F0502020204030204" pitchFamily="34" charset="0"/>
              </a:rPr>
              <a:t>The aim of this project is to calculate the distance position and speed of the object placed at some distance from the sensor. Ultrasonic sensor sends the ultrasonic wave in different directions by rotating with help of servo motor. This wave travels in air and gets reflected back after striking some object. This wave is again sensed by the sensor and its characteristics is </a:t>
            </a:r>
            <a:r>
              <a:rPr lang="en-US" sz="2400" dirty="0" err="1">
                <a:effectLst/>
                <a:latin typeface="Calibri" panose="020F0502020204030204" pitchFamily="34" charset="0"/>
                <a:ea typeface="Calibri" panose="020F0502020204030204" pitchFamily="34" charset="0"/>
              </a:rPr>
              <a:t>analysed</a:t>
            </a:r>
            <a:r>
              <a:rPr lang="en-US" sz="2400" dirty="0">
                <a:effectLst/>
                <a:latin typeface="Calibri" panose="020F0502020204030204" pitchFamily="34" charset="0"/>
                <a:ea typeface="Calibri" panose="020F0502020204030204" pitchFamily="34" charset="0"/>
              </a:rPr>
              <a:t> and output is displayed in screen showing parameters such as distance and position of object.</a:t>
            </a:r>
          </a:p>
          <a:p>
            <a:pPr marL="0" indent="0" algn="ctr">
              <a:buNone/>
            </a:pPr>
            <a:r>
              <a:rPr lang="en-US" sz="2400" dirty="0">
                <a:effectLst/>
                <a:latin typeface="Calibri" panose="020F0502020204030204" pitchFamily="34" charset="0"/>
                <a:ea typeface="Calibri" panose="020F0502020204030204" pitchFamily="34" charset="0"/>
              </a:rPr>
              <a:t>Arduino IDE is used to write code and upload coding in Arduino and helps us to sense position of servo motor and posting it to the serial port along with the distance of the nearest object in its path. The output of sensor is displayed with the help of processing software to give final output in display screen.</a:t>
            </a:r>
            <a:endParaRPr lang="en-IN" sz="2400" b="1" dirty="0"/>
          </a:p>
        </p:txBody>
      </p:sp>
    </p:spTree>
    <p:extLst>
      <p:ext uri="{BB962C8B-B14F-4D97-AF65-F5344CB8AC3E}">
        <p14:creationId xmlns:p14="http://schemas.microsoft.com/office/powerpoint/2010/main" val="170195900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EFC45-DF52-4E33-9F77-45A2A209FAE8}"/>
              </a:ext>
            </a:extLst>
          </p:cNvPr>
          <p:cNvSpPr>
            <a:spLocks noGrp="1"/>
          </p:cNvSpPr>
          <p:nvPr>
            <p:ph type="title"/>
          </p:nvPr>
        </p:nvSpPr>
        <p:spPr/>
        <p:txBody>
          <a:bodyPr/>
          <a:lstStyle/>
          <a:p>
            <a:r>
              <a:rPr lang="en-US" dirty="0"/>
              <a:t>Components Required</a:t>
            </a:r>
            <a:endParaRPr lang="en-IN" dirty="0"/>
          </a:p>
        </p:txBody>
      </p:sp>
      <p:sp>
        <p:nvSpPr>
          <p:cNvPr id="3" name="Text Placeholder 2">
            <a:extLst>
              <a:ext uri="{FF2B5EF4-FFF2-40B4-BE49-F238E27FC236}">
                <a16:creationId xmlns:a16="http://schemas.microsoft.com/office/drawing/2014/main" id="{97E4CDB6-5C59-72D9-751D-A0D48C489C2D}"/>
              </a:ext>
            </a:extLst>
          </p:cNvPr>
          <p:cNvSpPr>
            <a:spLocks noGrp="1"/>
          </p:cNvSpPr>
          <p:nvPr>
            <p:ph type="body" idx="1"/>
          </p:nvPr>
        </p:nvSpPr>
        <p:spPr/>
        <p:txBody>
          <a:bodyPr/>
          <a:lstStyle/>
          <a:p>
            <a:r>
              <a:rPr lang="en-US" sz="2800" b="1" dirty="0">
                <a:effectLst/>
                <a:latin typeface="Calibri" panose="020F0502020204030204" pitchFamily="34" charset="0"/>
                <a:ea typeface="Calibri" panose="020F0502020204030204" pitchFamily="34" charset="0"/>
              </a:rPr>
              <a:t>Ultrasonic sensor</a:t>
            </a:r>
          </a:p>
          <a:p>
            <a:endParaRPr lang="en-US" sz="2800" b="1" dirty="0">
              <a:latin typeface="Calibri" panose="020F0502020204030204" pitchFamily="34" charset="0"/>
              <a:ea typeface="Calibri" panose="020F0502020204030204" pitchFamily="34" charset="0"/>
            </a:endParaRPr>
          </a:p>
          <a:p>
            <a:endParaRPr lang="en-US" sz="2800" b="1" dirty="0">
              <a:effectLst/>
              <a:latin typeface="Calibri" panose="020F0502020204030204" pitchFamily="34" charset="0"/>
              <a:ea typeface="Calibri" panose="020F0502020204030204" pitchFamily="34" charset="0"/>
            </a:endParaRPr>
          </a:p>
          <a:p>
            <a:r>
              <a:rPr lang="en-US" sz="2800" b="1" dirty="0">
                <a:latin typeface="Calibri" panose="020F0502020204030204" pitchFamily="34" charset="0"/>
                <a:ea typeface="Calibri" panose="020F0502020204030204" pitchFamily="34" charset="0"/>
              </a:rPr>
              <a:t>Servo motor</a:t>
            </a:r>
            <a:r>
              <a:rPr lang="en-US" sz="2800" b="1" dirty="0">
                <a:effectLst/>
                <a:latin typeface="Calibri" panose="020F0502020204030204" pitchFamily="34" charset="0"/>
                <a:ea typeface="Calibri" panose="020F0502020204030204" pitchFamily="34" charset="0"/>
              </a:rPr>
              <a:t>  </a:t>
            </a:r>
          </a:p>
          <a:p>
            <a:endParaRPr lang="en-US" sz="2800" b="1" dirty="0">
              <a:latin typeface="Calibri" panose="020F0502020204030204" pitchFamily="34" charset="0"/>
              <a:ea typeface="Calibri" panose="020F0502020204030204" pitchFamily="34" charset="0"/>
            </a:endParaRPr>
          </a:p>
          <a:p>
            <a:endParaRPr lang="en-US" sz="2800" b="1" dirty="0">
              <a:effectLst/>
              <a:latin typeface="Calibri" panose="020F0502020204030204" pitchFamily="34" charset="0"/>
              <a:ea typeface="Calibri" panose="020F0502020204030204" pitchFamily="34" charset="0"/>
            </a:endParaRPr>
          </a:p>
          <a:p>
            <a:r>
              <a:rPr lang="en-US" sz="2800" b="1" dirty="0">
                <a:latin typeface="Calibri" panose="020F0502020204030204" pitchFamily="34" charset="0"/>
                <a:ea typeface="Calibri" panose="020F0502020204030204" pitchFamily="34" charset="0"/>
              </a:rPr>
              <a:t>Arduino</a:t>
            </a:r>
            <a:r>
              <a:rPr lang="en-US" sz="2800" b="1" dirty="0">
                <a:effectLst/>
                <a:latin typeface="Calibri" panose="020F0502020204030204" pitchFamily="34" charset="0"/>
                <a:ea typeface="Calibri" panose="020F0502020204030204" pitchFamily="34" charset="0"/>
              </a:rPr>
              <a:t>         </a:t>
            </a:r>
            <a:endParaRPr lang="en-IN" sz="2800" b="1" dirty="0">
              <a:effectLst/>
              <a:latin typeface="Calibri" panose="020F0502020204030204" pitchFamily="34" charset="0"/>
              <a:ea typeface="Calibri" panose="020F0502020204030204" pitchFamily="34" charset="0"/>
            </a:endParaRPr>
          </a:p>
          <a:p>
            <a:endParaRPr lang="en-IN" dirty="0"/>
          </a:p>
        </p:txBody>
      </p:sp>
      <p:pic>
        <p:nvPicPr>
          <p:cNvPr id="4" name="Picture 3">
            <a:extLst>
              <a:ext uri="{FF2B5EF4-FFF2-40B4-BE49-F238E27FC236}">
                <a16:creationId xmlns:a16="http://schemas.microsoft.com/office/drawing/2014/main" id="{410756B8-9ADD-F467-63D6-2E8FA4CF23F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6544" y="702468"/>
            <a:ext cx="3154680" cy="2547620"/>
          </a:xfrm>
          <a:prstGeom prst="rect">
            <a:avLst/>
          </a:prstGeom>
          <a:noFill/>
          <a:ln>
            <a:noFill/>
          </a:ln>
        </p:spPr>
      </p:pic>
      <p:pic>
        <p:nvPicPr>
          <p:cNvPr id="5" name="Picture 4">
            <a:extLst>
              <a:ext uri="{FF2B5EF4-FFF2-40B4-BE49-F238E27FC236}">
                <a16:creationId xmlns:a16="http://schemas.microsoft.com/office/drawing/2014/main" id="{AFC571E3-E1E6-F9A8-9563-76AFE34CAF2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9273" y="2350648"/>
            <a:ext cx="2392680" cy="2392680"/>
          </a:xfrm>
          <a:prstGeom prst="rect">
            <a:avLst/>
          </a:prstGeom>
          <a:noFill/>
          <a:ln>
            <a:noFill/>
          </a:ln>
        </p:spPr>
      </p:pic>
      <p:pic>
        <p:nvPicPr>
          <p:cNvPr id="6" name="Picture 5" descr="arduino ?A000066 Micro Controller Board Electronic Hobby Kit">
            <a:extLst>
              <a:ext uri="{FF2B5EF4-FFF2-40B4-BE49-F238E27FC236}">
                <a16:creationId xmlns:a16="http://schemas.microsoft.com/office/drawing/2014/main" id="{666D8017-486B-628D-DF64-1443B6724C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93574" y="3509442"/>
            <a:ext cx="3418431" cy="2576971"/>
          </a:xfrm>
          <a:prstGeom prst="rect">
            <a:avLst/>
          </a:prstGeom>
          <a:noFill/>
          <a:ln>
            <a:noFill/>
          </a:ln>
        </p:spPr>
      </p:pic>
    </p:spTree>
    <p:extLst>
      <p:ext uri="{BB962C8B-B14F-4D97-AF65-F5344CB8AC3E}">
        <p14:creationId xmlns:p14="http://schemas.microsoft.com/office/powerpoint/2010/main" val="278854592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itle 1"/>
          <p:cNvSpPr txBox="1">
            <a:spLocks noGrp="1"/>
          </p:cNvSpPr>
          <p:nvPr>
            <p:ph type="title"/>
          </p:nvPr>
        </p:nvSpPr>
        <p:spPr>
          <a:xfrm>
            <a:off x="838200" y="365124"/>
            <a:ext cx="10515600" cy="674690"/>
          </a:xfrm>
          <a:prstGeom prst="rect">
            <a:avLst/>
          </a:prstGeom>
        </p:spPr>
        <p:txBody>
          <a:bodyPr/>
          <a:lstStyle>
            <a:lvl1pPr defTabSz="868680">
              <a:defRPr sz="3800"/>
            </a:lvl1pPr>
          </a:lstStyle>
          <a:p>
            <a:r>
              <a:t>Activity Diagram</a:t>
            </a:r>
          </a:p>
        </p:txBody>
      </p:sp>
      <p:pic>
        <p:nvPicPr>
          <p:cNvPr id="2" name="Picture 1" descr="Development life cycle of Radar System.">
            <a:extLst>
              <a:ext uri="{FF2B5EF4-FFF2-40B4-BE49-F238E27FC236}">
                <a16:creationId xmlns:a16="http://schemas.microsoft.com/office/drawing/2014/main" id="{070E9E3B-AE74-0353-E3D6-7C1A138D574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3497" y="1554480"/>
            <a:ext cx="9399638" cy="3749040"/>
          </a:xfrm>
          <a:prstGeom prst="rect">
            <a:avLst/>
          </a:prstGeom>
          <a:noFill/>
          <a:ln>
            <a:noFill/>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itle 1"/>
          <p:cNvSpPr txBox="1">
            <a:spLocks noGrp="1"/>
          </p:cNvSpPr>
          <p:nvPr>
            <p:ph type="title"/>
          </p:nvPr>
        </p:nvSpPr>
        <p:spPr>
          <a:xfrm>
            <a:off x="838200" y="384174"/>
            <a:ext cx="10515600" cy="674690"/>
          </a:xfrm>
          <a:prstGeom prst="rect">
            <a:avLst/>
          </a:prstGeom>
        </p:spPr>
        <p:txBody>
          <a:bodyPr/>
          <a:lstStyle>
            <a:lvl1pPr defTabSz="868680">
              <a:defRPr sz="3800"/>
            </a:lvl1pPr>
          </a:lstStyle>
          <a:p>
            <a:r>
              <a:rPr dirty="0"/>
              <a:t>Conclusion</a:t>
            </a:r>
          </a:p>
        </p:txBody>
      </p:sp>
      <p:sp>
        <p:nvSpPr>
          <p:cNvPr id="138" name="Rectangle 6"/>
          <p:cNvSpPr txBox="1">
            <a:spLocks noGrp="1"/>
          </p:cNvSpPr>
          <p:nvPr>
            <p:ph type="body" idx="1"/>
          </p:nvPr>
        </p:nvSpPr>
        <p:spPr>
          <a:xfrm>
            <a:off x="838200" y="1199536"/>
            <a:ext cx="10515600" cy="4984954"/>
          </a:xfrm>
          <a:prstGeom prst="rect">
            <a:avLst/>
          </a:prstGeom>
        </p:spPr>
        <p:txBody>
          <a:bodyPr anchor="ctr"/>
          <a:lstStyle/>
          <a:p>
            <a:pPr algn="just">
              <a:lnSpc>
                <a:spcPct val="100000"/>
              </a:lnSpc>
              <a:spcBef>
                <a:spcPts val="0"/>
              </a:spcBef>
              <a:buClr>
                <a:srgbClr val="800000"/>
              </a:buClr>
              <a:defRPr>
                <a:latin typeface="Poppins "/>
                <a:ea typeface="Poppins "/>
                <a:cs typeface="Poppins "/>
                <a:sym typeface="Poppins "/>
              </a:defRPr>
            </a:pPr>
            <a:r>
              <a:rPr lang="en-US" sz="2800" dirty="0">
                <a:effectLst/>
                <a:latin typeface="Calibri" panose="020F0502020204030204" pitchFamily="34" charset="0"/>
                <a:ea typeface="Calibri" panose="020F0502020204030204" pitchFamily="34" charset="0"/>
              </a:rPr>
              <a:t>In this paper a system radar system was designed with the help of Arduino, servomotor and ultrasonic sensor which can detect the position, distance of obstacle which comes in its way and converts it into visually representable form. This system can be used in robotics for object detection and avoidance system or can also be used for intrusion detection for location sizes. Range of the system depends upon type of ultra-sonic sensor used. We used HC-SR04 sensor which range from 2 to 40 cm</a:t>
            </a:r>
            <a:endParaRPr lang="en-IN" sz="2800" dirty="0">
              <a:effectLst/>
              <a:latin typeface="Calibri" panose="020F0502020204030204" pitchFamily="34" charset="0"/>
              <a:ea typeface="Calibri" panose="020F0502020204030204" pitchFamily="34" charset="0"/>
            </a:endParaRPr>
          </a:p>
          <a:p>
            <a:pPr algn="just">
              <a:lnSpc>
                <a:spcPct val="100000"/>
              </a:lnSpc>
              <a:spcBef>
                <a:spcPts val="0"/>
              </a:spcBef>
              <a:buClr>
                <a:srgbClr val="800000"/>
              </a:buClr>
              <a:defRPr>
                <a:latin typeface="Poppins "/>
                <a:ea typeface="Poppins "/>
                <a:cs typeface="Poppins "/>
                <a:sym typeface="Poppins "/>
              </a:defRPr>
            </a:pPr>
            <a:endParaRPr dirty="0"/>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Box 1"/>
          <p:cNvSpPr txBox="1"/>
          <p:nvPr/>
        </p:nvSpPr>
        <p:spPr>
          <a:xfrm>
            <a:off x="1360169" y="1606550"/>
            <a:ext cx="9297037" cy="11079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6600" b="1">
                <a:solidFill>
                  <a:srgbClr val="8D1625"/>
                </a:solidFill>
                <a:latin typeface="Poppins Medium"/>
                <a:ea typeface="Poppins Medium"/>
                <a:cs typeface="Poppins Medium"/>
                <a:sym typeface="Poppins Medium"/>
              </a:defRPr>
            </a:pPr>
            <a:endParaRPr dirty="0">
              <a:solidFill>
                <a:srgbClr val="A32837"/>
              </a:solidFill>
            </a:endParaRPr>
          </a:p>
        </p:txBody>
      </p:sp>
      <p:sp>
        <p:nvSpPr>
          <p:cNvPr id="141" name="TextBox 7"/>
          <p:cNvSpPr txBox="1"/>
          <p:nvPr/>
        </p:nvSpPr>
        <p:spPr>
          <a:xfrm>
            <a:off x="1534794" y="3287713"/>
            <a:ext cx="9122412" cy="9997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lnSpc>
                <a:spcPct val="90000"/>
              </a:lnSpc>
              <a:spcBef>
                <a:spcPts val="1000"/>
              </a:spcBef>
              <a:defRPr sz="2800">
                <a:latin typeface="Poppins"/>
                <a:ea typeface="Poppins"/>
                <a:cs typeface="Poppins"/>
                <a:sym typeface="Poppins"/>
              </a:defRPr>
            </a:pPr>
            <a:endParaRPr u="sng" dirty="0">
              <a:solidFill>
                <a:srgbClr val="0563C1"/>
              </a:solidFill>
              <a:uFill>
                <a:solidFill>
                  <a:srgbClr val="0563C1"/>
                </a:solidFill>
              </a:uFill>
              <a:hlinkClick r:id="rId2"/>
            </a:endParaRPr>
          </a:p>
          <a:p>
            <a:pPr algn="ctr">
              <a:lnSpc>
                <a:spcPct val="90000"/>
              </a:lnSpc>
              <a:spcBef>
                <a:spcPts val="1000"/>
              </a:spcBef>
              <a:defRPr sz="2800">
                <a:latin typeface="Poppins"/>
                <a:ea typeface="Poppins"/>
                <a:cs typeface="Poppins"/>
                <a:sym typeface="Poppins"/>
              </a:defRPr>
            </a:pPr>
            <a:endParaRPr u="sng" dirty="0">
              <a:solidFill>
                <a:srgbClr val="0563C1"/>
              </a:solidFill>
              <a:uFill>
                <a:solidFill>
                  <a:srgbClr val="0563C1"/>
                </a:solidFill>
              </a:uFill>
              <a:hlinkClick r:id="rId2"/>
            </a:endParaRPr>
          </a:p>
        </p:txBody>
      </p:sp>
      <p:sp>
        <p:nvSpPr>
          <p:cNvPr id="142" name="Rectangle 10"/>
          <p:cNvSpPr/>
          <p:nvPr/>
        </p:nvSpPr>
        <p:spPr>
          <a:xfrm>
            <a:off x="0" y="6430962"/>
            <a:ext cx="12192000" cy="457201"/>
          </a:xfrm>
          <a:prstGeom prst="rect">
            <a:avLst/>
          </a:prstGeom>
          <a:solidFill>
            <a:srgbClr val="A32837"/>
          </a:solidFill>
          <a:ln w="12700">
            <a:miter lim="400000"/>
          </a:ln>
        </p:spPr>
        <p:txBody>
          <a:bodyPr lIns="45719" rIns="45719" anchor="ctr"/>
          <a:lstStyle/>
          <a:p>
            <a:pPr algn="ctr">
              <a:defRPr sz="1200">
                <a:solidFill>
                  <a:srgbClr val="FFFFFF"/>
                </a:solidFill>
              </a:defRPr>
            </a:pPr>
            <a:endParaRPr/>
          </a:p>
        </p:txBody>
      </p:sp>
      <p:pic>
        <p:nvPicPr>
          <p:cNvPr id="143" name="Group 11" descr="Group 11"/>
          <p:cNvPicPr>
            <a:picLocks noChangeAspect="1"/>
          </p:cNvPicPr>
          <p:nvPr/>
        </p:nvPicPr>
        <p:blipFill>
          <a:blip r:embed="rId3"/>
          <a:stretch>
            <a:fillRect/>
          </a:stretch>
        </p:blipFill>
        <p:spPr>
          <a:xfrm>
            <a:off x="10096500" y="5994400"/>
            <a:ext cx="2044700" cy="800100"/>
          </a:xfrm>
          <a:prstGeom prst="rect">
            <a:avLst/>
          </a:prstGeom>
          <a:ln w="12700">
            <a:miter lim="400000"/>
          </a:ln>
        </p:spPr>
      </p:pic>
      <p:sp>
        <p:nvSpPr>
          <p:cNvPr id="3" name="TextBox 2">
            <a:extLst>
              <a:ext uri="{FF2B5EF4-FFF2-40B4-BE49-F238E27FC236}">
                <a16:creationId xmlns:a16="http://schemas.microsoft.com/office/drawing/2014/main" id="{14E069C5-D31D-3FF6-2E97-E63C792807D6}"/>
              </a:ext>
            </a:extLst>
          </p:cNvPr>
          <p:cNvSpPr txBox="1"/>
          <p:nvPr/>
        </p:nvSpPr>
        <p:spPr>
          <a:xfrm>
            <a:off x="2546554" y="2875002"/>
            <a:ext cx="6096000" cy="1107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defRPr sz="6600" b="1">
                <a:solidFill>
                  <a:srgbClr val="8D1625"/>
                </a:solidFill>
                <a:latin typeface="Poppins Medium"/>
                <a:ea typeface="Poppins Medium"/>
                <a:cs typeface="Poppins Medium"/>
                <a:sym typeface="Poppins Medium"/>
              </a:defRPr>
            </a:pPr>
            <a:r>
              <a:rPr lang="en-IN" dirty="0"/>
              <a:t>Thank You</a:t>
            </a:r>
            <a:r>
              <a:rPr lang="en-IN" dirty="0">
                <a:solidFill>
                  <a:srgbClr val="A32837"/>
                </a:solidFill>
              </a:rPr>
              <a:t>!</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684</Words>
  <Application>Microsoft Office PowerPoint</Application>
  <PresentationFormat>Widescreen</PresentationFormat>
  <Paragraphs>61</Paragraphs>
  <Slides>15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Arial</vt:lpstr>
      <vt:lpstr>Avenir LT Pro 65 Medium</vt:lpstr>
      <vt:lpstr>Calibri</vt:lpstr>
      <vt:lpstr>Calibri Light</vt:lpstr>
      <vt:lpstr>Courier New</vt:lpstr>
      <vt:lpstr>Poopins </vt:lpstr>
      <vt:lpstr>Poppins</vt:lpstr>
      <vt:lpstr>Poppins Medium</vt:lpstr>
      <vt:lpstr>-webkit-standard</vt:lpstr>
      <vt:lpstr>Wingdings</vt:lpstr>
      <vt:lpstr>Office Theme</vt:lpstr>
      <vt:lpstr>PowerPoint Presentation</vt:lpstr>
      <vt:lpstr>PowerPoint Presentation</vt:lpstr>
      <vt:lpstr>Contents </vt:lpstr>
      <vt:lpstr>PowerPoint Presentation</vt:lpstr>
      <vt:lpstr>PowerPoint Presentation</vt:lpstr>
      <vt:lpstr>Technologies Used</vt:lpstr>
      <vt:lpstr>Software Requirements Specification</vt:lpstr>
      <vt:lpstr>Design Implementation</vt:lpstr>
      <vt:lpstr> </vt:lpstr>
      <vt:lpstr> </vt:lpstr>
      <vt:lpstr>WORKING</vt:lpstr>
      <vt:lpstr>Components Required</vt:lpstr>
      <vt:lpstr>Activity Diagram</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Tanishq Solanki</dc:creator>
  <cp:lastModifiedBy>Tanishq Solanki</cp:lastModifiedBy>
  <cp:revision>2</cp:revision>
  <dcterms:modified xsi:type="dcterms:W3CDTF">2024-12-11T17:42:06Z</dcterms:modified>
</cp:coreProperties>
</file>